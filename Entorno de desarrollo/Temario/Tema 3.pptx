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87" r:id="rId3"/>
    <p:sldId id="299" r:id="rId4"/>
    <p:sldId id="306" r:id="rId5"/>
    <p:sldId id="307" r:id="rId6"/>
    <p:sldId id="308" r:id="rId7"/>
    <p:sldId id="309" r:id="rId8"/>
    <p:sldId id="310" r:id="rId9"/>
    <p:sldId id="311" r:id="rId10"/>
    <p:sldId id="312" r:id="rId11"/>
    <p:sldId id="313" r:id="rId12"/>
    <p:sldId id="314" r:id="rId13"/>
    <p:sldId id="315" r:id="rId14"/>
    <p:sldId id="316" r:id="rId15"/>
    <p:sldId id="321" r:id="rId16"/>
    <p:sldId id="300" r:id="rId17"/>
    <p:sldId id="301" r:id="rId18"/>
    <p:sldId id="302" r:id="rId19"/>
    <p:sldId id="303" r:id="rId20"/>
    <p:sldId id="304" r:id="rId21"/>
    <p:sldId id="317" r:id="rId22"/>
    <p:sldId id="289" r:id="rId2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71" userDrawn="1">
          <p15:clr>
            <a:srgbClr val="A4A3A4"/>
          </p15:clr>
        </p15:guide>
        <p15:guide id="2" pos="41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002F"/>
    <a:srgbClr val="C103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43" autoAdjust="0"/>
    <p:restoredTop sz="95906"/>
  </p:normalViewPr>
  <p:slideViewPr>
    <p:cSldViewPr snapToGrid="0" showGuides="1">
      <p:cViewPr varScale="1">
        <p:scale>
          <a:sx n="82" d="100"/>
          <a:sy n="82" d="100"/>
        </p:scale>
        <p:origin x="538" y="72"/>
      </p:cViewPr>
      <p:guideLst>
        <p:guide orient="horz" pos="1071"/>
        <p:guide pos="4112"/>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09A02B-56D9-4DF4-9BE0-3F6FEA960F7A}" type="datetimeFigureOut">
              <a:rPr lang="es-ES" smtClean="0"/>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492BE4-C7A9-48CC-A29C-EAF026290BE2}" type="slidenum">
              <a:rPr lang="es-ES" smtClean="0"/>
            </a:fld>
            <a:endParaRPr lang="es-E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1:35"/>
    </inkml:context>
    <inkml:brush xml:id="br0">
      <inkml:brushProperty name="width" value="0.035" units="cm"/>
      <inkml:brushProperty name="height" value="0.035" units="cm"/>
      <inkml:brushProperty name="color" value="#ffffff"/>
    </inkml:brush>
  </inkml:definitions>
  <inkml:trace contextRef="#ctx0" brushRef="#br0">815.000 521.000 24575,'1.000'-7.000'0,"-1.000"1.000"0,1.000 0.000 0,1.000-1.000 0,-1.000 1.000 0,1.000 0.000 0,0.000 0.000 0,0.000 0.000 0,1.000 0.000 0,0.000 0.000 0,0.000 0.000 0,0.000 1.000 0,1.000-1.000 0,-1.000 1.000 0,1.000 0.000 0,9.000-9.000 0,7.000-4.000 0,1.000 0.000 0,36.000-23.000 0,2.000-2.000 0,-53.000 38.000 0,1.000 0.000 0,-2.000-1.000 0,1.000 1.000 0,-1.000-1.000 0,0.000 0.000 0,8.000-12.000 0,-13.000 18.000 0,0.000 0.000 0,0.000 0.000 0,0.000-1.000 0,1.000 1.000 0,-1.000 0.000 0,0.000-1.000 0,0.000 1.000 0,0.000 0.000 0,0.000 0.000 0,0.000-1.000 0,0.000 1.000 0,0.000 0.000 0,0.000-1.000 0,0.000 1.000 0,0.000 0.000 0,0.000 0.000 0,0.000-1.000 0,0.000 1.000 0,0.000 0.000 0,0.000-1.000 0,-1.000 1.000 0,1.000 0.000 0,0.000 0.000 0,0.000-1.000 0,0.000 1.000 0,0.000 0.000 0,0.000 0.000 0,-1.000-1.000 0,1.000 1.000 0,0.000 0.000 0,0.000 0.000 0,0.000 0.000 0,-1.000-1.000 0,1.000 1.000 0,0.000 0.000 0,0.000 0.000 0,-1.000 0.000 0,1.000 0.000 0,0.000 0.000 0,0.000-1.000 0,-1.000 1.000 0,1.000 0.000 0,0.000 0.000 0,-1.000 0.000 0,1.000 0.000 0,0.000 0.000 0,0.000 0.000 0,-1.000 0.000 0,1.000 0.000 0,0.000 0.000 0,-1.000 0.000 0,1.000 0.000 0,-1.000 0.000 0,-10.000 1.000 0,1.000 0.000 0,-1.000 1.000 0,0.000 1.000 0,0.000-1.000 0,1.000 2.000 0,-20.000 7.000 0,10.000-3.000 0,-275.000 111.000 0,-239.000 78.000 0,521.000-193.000 0,4.000-1.000 0,0.000 0.000 0,0.000-1.000 0,0.000 0.000 0,-1.000 0.000 0,1.000-1.000 0,-1.000 0.000 0,-14.000-1.000 0,24.000 0.000 0,-1.000-1.000 0,1.000 1.000 0,-1.000 0.000 0,1.000 0.000 0,-1.000 0.000 0,0.000 0.000 0,1.000 0.000 0,-1.000 0.000 0,1.000-1.000 0,-1.000 1.000 0,1.000 0.000 0,-1.000 0.000 0,1.000-1.000 0,-1.000 1.000 0,1.000 0.000 0,-1.000-1.000 0,1.000 1.000 0,0.000-1.000 0,-1.000 1.000 0,1.000 0.000 0,-1.000-1.000 0,1.000 1.000 0,0.000-1.000 0,0.000 1.000 0,-1.000-1.000 0,1.000 1.000 0,0.000-1.000 0,0.000 1.000 0,-1.000-1.000 0,1.000 0.000 0,0.000 1.000 0,0.000-1.000 0,8.000-19.000 0,24.000-15.000 0,-32.000 34.000 0,43.000-34.000 0,2.000 1.000 0,2.000 2.000 0,69.000-36.000 0,36.000-23.000 0,-49.000 24.000 0,86.000-62.000 0,-167.000 109.000 0,-14.000 11.000 0,1.000 1.000 0,0.000 0.000 0,0.000 1.000 0,1.000 0.000 0,16.000-9.000 0,-25.000 16.000 0,0.000-1.000 0,1.000 0.000 0,-1.000 1.000 0,1.000-1.000 0,-1.000 1.000 0,1.000 0.000 0,0.000-1.000 0,-1.000 1.000 0,1.000 0.000 0,-1.000 0.000 0,1.000 0.000 0,-1.000 0.000 0,1.000 0.000 0,-1.000 1.000 0,1.000-1.000 0,-1.000 0.000 0,1.000 1.000 0,-1.000-1.000 0,3.000 2.000 0,-2.000-1.000 0,0.000 1.000 0,0.000 0.000 0,0.000 0.000 0,-1.000 0.000 0,1.000-1.000 0,-1.000 1.000 0,1.000 1.000 0,-1.000-1.000 0,0.000 0.000 0,0.000 0.000 0,0.000 0.000 0,0.000 1.000 0,0.000-1.000 0,0.000 0.000 0,0.000 1.000 0,0.000 3.000 0,1.000 8.000 0,-1.000 0.000 0,0.000 0.000 0,-1.000 0.000 0,0.000 0.000 0,-1.000 0.000 0,0.000 1.000 0,-1.000-1.000 0,-6.000 20.000 0,-6.000 14.000 0,-20.000 47.000 0,-1.000-24.000 0,-48.000 74.000 0,80.000-140.000 0,31.000-37.000 0,1.000 1.000 0,1.000 1.000 0,2.000 1.000 0,1.000 2.000 0,2.000 1.000 0,43.000-24.000 0,236.000-112.000 0,-278.000 144.000 0,44.000-19.000 0,-74.000 34.000 0,0.000 1.000 0,0.000 0.000 0,1.000 1.000 0,-1.000-1.000 0,1.000 1.000 0,-1.000 1.000 0,1.000-1.000 0,0.000 1.000 0,12.000 1.000 0,-18.000-1.000 0,0.000 0.000 0,1.000 1.000 0,-1.000-1.000 0,0.000 0.000 0,0.000 1.000 0,0.000-1.000 0,0.000 1.000 0,0.000-1.000 0,0.000 1.000 0,-1.000-1.000 0,1.000 1.000 0,0.000 0.000 0,0.000-1.000 0,0.000 1.000 0,0.000 0.000 0,-1.000 0.000 0,1.000-1.000 0,0.000 1.000 0,-1.000 0.000 0,1.000 0.000 0,-1.000 0.000 0,1.000 0.000 0,-1.000 0.000 0,1.000 0.000 0,-1.000 0.000 0,1.000 0.000 0,-1.000 0.000 0,0.000 0.000 0,0.000 0.000 0,0.000 0.000 0,0.000 1.000 0,0.000-1.000 0,0.000 0.000 0,0.000 0.000 0,0.000 0.000 0,0.000 0.000 0,0.000 0.000 0,0.000 0.000 0,-1.000 0.000 0,1.000 0.000 0,0.000 0.000 0,-1.000 0.000 0,1.000 0.000 0,-1.000 0.000 0,1.000 0.000 0,-2.000 2.000 0,-2.000 5.000 0,0.000 0.000 0,-1.000-1.000 0,0.000 1.000 0,-9.000 10.000 0,-10.000 6.000 0,-1.000 0.000 0,-1.000-2.000 0,-1.000-1.000 0,-1.000-1.000 0,-1.000-1.000 0,0.000-1.000 0,-2.000-2.000 0,0.000-1.000 0,0.000-2.000 0,-54.000 16.000 0,78.000-27.000 0,0.000 0.000 0,0.000-1.000 0,0.000 0.000 0,0.000 0.000 0,-1.000-1.000 0,1.000 0.000 0,0.000 0.000 0,0.000-1.000 0,-10.000-1.000 0,15.000 1.000 0,0.000 1.000 0,1.000-1.000 0,-1.000 1.000 0,0.000-1.000 0,0.000 0.000 0,1.000 0.000 0,-1.000 0.000 0,1.000 0.000 0,-1.000 0.000 0,1.000 0.000 0,-1.000 0.000 0,1.000-1.000 0,0.000 1.000 0,-1.000 0.000 0,1.000-1.000 0,0.000 1.000 0,0.000-1.000 0,0.000 0.000 0,0.000 1.000 0,0.000-1.000 0,1.000 0.000 0,-1.000 1.000 0,0.000-1.000 0,1.000 0.000 0,-1.000 0.000 0,1.000 0.000 0,0.000 1.000 0,0.000-1.000 0,0.000 0.000 0,-1.000 0.000 0,2.000 0.000 0,-1.000 0.000 0,0.000 0.000 0,0.000 1.000 0,1.000-1.000 0,-1.000 0.000 0,0.000 0.000 0,1.000 0.000 0,1.000-2.000 0,1.000-4.000 0,1.000 0.000 0,-1.000 1.000 0,2.000 0.000 0,-1.000 0.000 0,1.000 0.000 0,0.000 0.000 0,0.000 1.000 0,0.000-1.000 0,1.000 2.000 0,0.000-1.000 0,0.000 0.000 0,13.000-7.000 0,0.000 0.000 0,1.000 1.000 0,1.000 0.000 0,27.000-10.000 0,24.000-3.000 0,-67.000 23.000 0,0.000 1.000 0,0.000 0.000 0,-1.000 0.000 0,1.000 1.000 0,0.000-1.000 0,0.000 1.000 0,0.000 0.000 0,0.000 0.000 0,0.000 1.000 0,0.000-1.000 0,0.000 1.000 0,8.000 3.000 0,-12.000-4.000 0,0.000 1.000 0,0.000-1.000 0,0.000 1.000 0,0.000 0.000 0,0.000-1.000 0,0.000 1.000 0,0.000 0.000 0,0.000 0.000 0,0.000-1.000 0,-1.000 1.000 0,1.000 0.000 0,0.000 0.000 0,0.000 0.000 0,-1.000 0.000 0,1.000 0.000 0,-1.000 0.000 0,1.000 0.000 0,-1.000 0.000 0,1.000 1.000 0,-1.000-1.000 0,0.000 0.000 0,1.000 0.000 0,-1.000 0.000 0,0.000 2.000 0,0.000 1.000 0,0.000-1.000 0,-1.000 0.000 0,1.000 0.000 0,-1.000 0.000 0,0.000 0.000 0,0.000 0.000 0,0.000 0.000 0,0.000-1.000 0,-3.000 5.000 0,-1.000 3.000 0,-1.000-1.000 0,0.000 0.000 0,-1.000-1.000 0,-12.000 13.000 0,4.000-7.000 0,-1.000-1.000 0,-1.000 0.000 0,1.000-1.000 0,-2.000-1.000 0,0.000-1.000 0,0.000-1.000 0,0.000 0.000 0,-1.000-1.000 0,-1.000-1.000 0,1.000-1.000 0,-1.000-1.000 0,0.000 0.000 0,-22.000 1.000 0,40.000-6.000 0,0.000 1.000 0,1.000-1.000 0,-1.000 0.000 0,0.000 0.000 0,1.000 0.000 0,-1.000 0.000 0,0.000 0.000 0,1.000 0.000 0,-1.000 0.000 0,0.000 0.000 0,1.000-1.000 0,-1.000 1.000 0,0.000-1.000 0,1.000 1.000 0,-1.000-1.000 0,1.000 0.000 0,-1.000 0.000 0,1.000 0.000 0,-1.000 1.000 0,1.000-1.000 0,0.000 0.000 0,0.000-1.000 0,-2.000 0.000 0,2.000 0.000 0,1.000 1.000 0,0.000-1.000 0,0.000 1.000 0,0.000-1.000 0,0.000 1.000 0,0.000-1.000 0,0.000 1.000 0,1.000-1.000 0,-1.000 1.000 0,0.000 0.000 0,1.000-1.000 0,-1.000 1.000 0,1.000-1.000 0,-1.000 1.000 0,1.000 0.000 0,0.000-1.000 0,-1.000 1.000 0,1.000 0.000 0,0.000 0.000 0,1.000-2.000 0,7.000-8.000 0,1.000 1.000 0,-1.000 0.000 0,23.000-18.000 0,-4.000 7.000-1365,-6.000 3.000-5461</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0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46.000,'2.000'-1.000,"1.000"-1.000,1.000 1.000,-1.000 0.000,0.000 0.000,0.000 0.000,0.000 1.000,1.000-1.000,-1.000 1.000,0.000-1.000,1.000 1.000,-1.000 0.000,4.000 1.000,-4.000-1.000,240.000 0.000,26.000-1.000,-239.000-2.000,53.000-12.000,-52.000 8.000,45.000-4.000,-65.000 11.000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0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0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0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0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1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0.000,'11.000'2.000,"-1.000"0.000,0.000 1.000,0.000 0.000,0.000 1.000,0.000 0.000,-1.000 1.000,1.000 0.000,-1.000 0.000,0.000 1.000,10.000 9.000,30.000 15.000,-22.000-19.000,0.000 0.000,0.000-3.000,1.000 0.000,53.000 8.000,-50.000-12.000,0.000 3.000,0.000 0.000,52.000 21.000,-52.000-14.000,59.000 18.000,-76.000-28.000,0.000-1.000,1.000-1.000,-1.000 0.000,0.000-1.000,1.000-1.000,27.000-2.000,-42.000 2.000,1.000 0.000,0.000 0.000,-1.000 0.000,1.000 0.000,0.000 0.000,-1.000 0.000,1.000 0.000,0.000 0.000,-1.000 0.000,1.000 0.000,-1.000 0.000,1.000 0.000,0.000 1.000,-1.000-1.000,1.000 0.000,-1.000 0.000,1.000 1.000,-1.000-1.000,1.000 0.000,-1.000 1.000,1.000-1.000,-1.000 1.000,1.000-1.000,-1.000 1.000,1.000-1.000,-1.000 1.000,1.000-1.000,-1.000 1.000,0.000-1.000,0.000 1.000,1.000-1.000,-1.000 1.000,0.000 0.000,1.000 0.000,0.000 24.000,-1.000-21.000,-1.000 4.000</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1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1.000,'0.000'0.000</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1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10.000,'352.000'-9.000,"128.000"9.000,-469.000 0.000</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1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1.000,'5.000'4.000,"1.000"-1.000,0.000 1.000,0.000-1.000,0.000 0.000,1.000 0.000,-1.000-1.000,1.000 0.000,-1.000 0.000,11.000 1.000,5.000 3.000,258.000 64.000,111.000 35.000,-296.000-66.000,-70.000-28.000,0.000 0.000,1.000-1.000,0.000-1.000,53.000 9.000,-68.000-17.000</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5T18:02:2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0.000,'4.000'3.000,"1.000"-1.000,0.000-1.000,0.000 1.000,0.000 0.000,0.000-1.000,0.000 0.000,0.000 0.000,0.000-1.000,1.000 0.000,8.000 0.000,11.000 2.000,599.000 73.000,-482.000-60.000,66.000-7.000,9.000 1.000,-158.000-5.000,64.000-3.000,-114.000-1.000</inkml:trace>
</inkml:ink>
</file>

<file path=ppt/ink/ink1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2:30"/>
    </inkml:context>
    <inkml:brush xml:id="br0">
      <inkml:brushProperty name="width" value="0.35" units="cm"/>
      <inkml:brushProperty name="height" value="0.35" units="cm"/>
      <inkml:brushProperty name="color" value="#ffffff"/>
    </inkml:brush>
  </inkml:definitions>
  <inkml:trace contextRef="#ctx0" brushRef="#br0">1.000 0.000 24575,'0.000'0.000'-8191</inkml:trace>
</inkml:ink>
</file>

<file path=ppt/ink/ink1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2:35"/>
    </inkml:context>
    <inkml:brush xml:id="br0">
      <inkml:brushProperty name="width" value="0.35" units="cm"/>
      <inkml:brushProperty name="height" value="0.35" units="cm"/>
      <inkml:brushProperty name="color" value="#ffffff"/>
    </inkml:brush>
  </inkml:definitions>
  <inkml:trace contextRef="#ctx0" brushRef="#br0">125.000 0.000 24575,'3.000'1.000'0,"0.000"0.000"0,0.000 1.000 0,0.000-1.000 0,-1.000 1.000 0,1.000-1.000 0,0.000 1.000 0,-1.000 0.000 0,0.000 0.000 0,1.000 0.000 0,-1.000 0.000 0,0.000 1.000 0,2.000 2.000 0,16.000 12.000 0,-11.000-12.000 0,1.000-1.000 0,-1.000-1.000 0,1.000 1.000 0,0.000-2.000 0,0.000 1.000 0,1.000-1.000 0,-1.000-1.000 0,20.000 1.000 0,-2.000-2.000 0,57.000-7.000 0,-47.000-4.000 0,-34.000 9.000 0,0.000 1.000 0,0.000 0.000 0,0.000 0.000 0,0.000 0.000 0,0.000 0.000 0,0.000 0.000 0,0.000 1.000 0,7.000-1.000 0,-9.000 2.000 0,0.000 0.000 0,0.000-1.000 0,0.000 1.000 0,0.000 0.000 0,0.000 0.000 0,0.000 0.000 0,0.000 0.000 0,-1.000 0.000 0,1.000 1.000 0,0.000-1.000 0,-1.000 0.000 0,1.000 1.000 0,-1.000-1.000 0,0.000 1.000 0,1.000 0.000 0,-1.000-1.000 0,0.000 1.000 0,0.000 0.000 0,0.000 0.000 0,0.000 0.000 0,1.000 4.000 0,22.000 52.000 0,21.000 82.000 0,-37.000-112.000 0,-7.000-25.000 0,-1.000 0.000 0,1.000 0.000 0,0.000 0.000 0,-1.000 0.000 0,0.000 0.000 0,0.000 0.000 0,0.000 0.000 0,0.000 0.000 0,0.000 0.000 0,-1.000 0.000 0,1.000 1.000 0,-1.000-1.000 0,0.000 0.000 0,0.000-1.000 0,0.000 1.000 0,0.000 0.000 0,-1.000 0.000 0,1.000 0.000 0,-3.000 2.000 0,1.000 0.000 0,-2.000 0.000 0,1.000 0.000 0,-1.000 0.000 0,1.000-1.000 0,-1.000 0.000 0,0.000 0.000 0,-1.000-1.000 0,-10.000 7.000 0,-4.000-1.000 0,-1.000 0.000 0,0.000-2.000 0,-1.000 0.000 0,-29.000 5.000 0,23.000-7.000 0,0.000 0.000 0,-1.000-2.000 0,1.000-2.000 0,-1.000 0.000 0,-45.000-6.000 0,73.000 1.000 0,11.000-2.000 0,14.000-5.000 0,69.000-22.000 0,120.000-26.000 0,-155.000 46.000 0,1.000 4.000 0,1.000 2.000 0,81.000 1.000 0,-138.000 5.000 0,-1.000 1.000 0,0.000 1.000 0,1.000-1.000 0,-1.000 0.000 0,1.000 0.000 0,-1.000 1.000 0,0.000 0.000 0,1.000-1.000 0,-1.000 1.000 0,0.000 0.000 0,1.000 0.000 0,-1.000 0.000 0,0.000 0.000 0,0.000 1.000 0,0.000-1.000 0,0.000 0.000 0,0.000 1.000 0,0.000 0.000 0,2.000 2.000 0,-1.000 1.000 0,0.000-1.000 0,-1.000 1.000 0,1.000 1.000 0,-1.000-1.000 0,0.000 0.000 0,2.000 9.000 0,5.000 13.000 0,53.000 96.000 0,-62.000-121.000 0,1.000 0.000 0,-1.000 0.000 0,0.000-1.000 0,0.000 1.000 0,1.000 0.000 0,-1.000 0.000 0,0.000 0.000 0,0.000 0.000 0,-1.000-1.000 0,1.000 1.000 0,0.000 0.000 0,-1.000 0.000 0,1.000-1.000 0,-1.000 1.000 0,1.000 0.000 0,-1.000 0.000 0,0.000-1.000 0,0.000 1.000 0,0.000-1.000 0,0.000 1.000 0,0.000-1.000 0,0.000 1.000 0,0.000-1.000 0,0.000 1.000 0,-1.000-1.000 0,1.000 0.000 0,0.000 0.000 0,-1.000 0.000 0,1.000 0.000 0,-1.000 0.000 0,1.000 0.000 0,-4.000 1.000 0,-8.000 5.000 0,0.000 0.000 0,-1.000-1.000 0,-17.000 5.000 0,8.000-3.000 0,2.000 0.000 0,0.000-1.000 0,-1.000 0.000 0,1.000-2.000 0,-2.000 0.000 0,1.000-2.000 0,0.000 0.000 0,-30.000-1.000 0,14.000-4.000 0,1.000-1.000 0,0.000-2.000 0,-57.000-15.000 0,91.000 20.000 0,-1.000-1.000 0,1.000 0.000 0,0.000 0.000 0,0.000 0.000 0,0.000 0.000 0,0.000-1.000 0,0.000 1.000 0,0.000-1.000 0,0.000 0.000 0,0.000 0.000 0,1.000 0.000 0,-1.000 0.000 0,1.000 0.000 0,0.000 0.000 0,-1.000-1.000 0,-2.000-3.000 0,5.000 4.000 0,-1.000 0.000 0,1.000 0.000 0,-1.000 0.000 0,1.000 0.000 0,0.000 0.000 0,-1.000 0.000 0,1.000 0.000 0,0.000 0.000 0,1.000 0.000 0,-1.000 0.000 0,0.000 0.000 0,0.000 0.000 0,1.000 0.000 0,-1.000 0.000 0,1.000 0.000 0,0.000 0.000 0,0.000 1.000 0,-1.000-1.000 0,1.000 0.000 0,0.000 0.000 0,0.000 0.000 0,1.000 1.000 0,-1.000-1.000 0,0.000 1.000 0,1.000-1.000 0,-1.000 1.000 0,1.000-1.000 0,1.000 0.000 0,6.000-6.000 0,0.000 1.000 0,0.000 1.000 0,1.000 0.000 0,-1.000 0.000 0,2.000 0.000 0,-1.000 2.000 0,0.000-1.000 0,1.000 1.000 0,0.000 1.000 0,0.000 0.000 0,0.000 0.000 0,0.000 1.000 0,23.000-1.000 0,-1.000 1.000 0,0.000 2.000 0,0.000 1.000 0,52.000 8.000 0,-61.000-5.000 0,-1.000 1.000 0,0.000 1.000 0,-1.000 2.000 0,1.000 0.000 0,-1.000 1.000 0,-1.000 1.000 0,0.000 1.000 0,0.000 0.000 0,-1.000 2.000 0,20.000 16.000 0,-36.000-24.000 0,0.000 0.000 0,0.000 0.000 0,0.000 1.000 0,0.000-1.000 0,-1.000 1.000 0,0.000-1.000 0,0.000 1.000 0,-1.000 0.000 0,1.000 0.000 0,-1.000 1.000 0,-1.000-1.000 0,1.000 0.000 0,-1.000 1.000 0,0.000-1.000 0,0.000 1.000 0,-1.000-1.000 0,0.000 1.000 0,-1.000 9.000 0,1.000-12.000 0,0.000 0.000 0,-1.000 0.000 0,1.000 0.000 0,-1.000 0.000 0,0.000 0.000 0,0.000 0.000 0,0.000 0.000 0,0.000 0.000 0,-1.000-1.000 0,1.000 1.000 0,-1.000 0.000 0,0.000-1.000 0,0.000 1.000 0,-1.000-1.000 0,1.000 0.000 0,-1.000 0.000 0,1.000 0.000 0,-1.000 0.000 0,0.000 0.000 0,0.000 0.000 0,0.000-1.000 0,-1.000 0.000 0,1.000 1.000 0,-1.000-1.000 0,1.000 0.000 0,-1.000-1.000 0,1.000 1.000 0,-1.000-1.000 0,0.000 1.000 0,-4.000 0.000 0,7.000-2.000 0,-30.000 5.000 0,1.000-2.000 0,-1.000-1.000 0,-59.000-4.000 0,81.000-1.000 0,1.000 0.000 0,0.000-1.000 0,0.000 0.000 0,0.000 0.000 0,0.000-1.000 0,1.000 0.000 0,0.000 0.000 0,0.000-1.000 0,0.000 0.000 0,-6.000-8.000 0,12.000 12.000 0,-1.000-1.000 0,1.000 0.000 0,0.000 1.000 0,0.000-1.000 0,1.000 1.000 0,-1.000-1.000 0,0.000 0.000 0,1.000 0.000 0,0.000 1.000 0,-1.000-1.000 0,1.000 0.000 0,0.000 0.000 0,1.000 0.000 0,-1.000 1.000 0,0.000-1.000 0,1.000 0.000 0,0.000 0.000 0,-1.000 1.000 0,1.000-1.000 0,0.000 0.000 0,0.000 1.000 0,1.000-1.000 0,-1.000 1.000 0,0.000-1.000 0,1.000 1.000 0,3.000-4.000 0,1.000-3.000 0,2.000-1.000 0,-1.000 1.000 0,1.000 1.000 0,0.000-1.000 0,10.000-6.000 0,39.000-28.000 0,1.000 4.000 0,2.000 1.000 0,103.000-46.000 0,-160.000 82.000 0,0.000 1.000 0,0.000-1.000 0,0.000 1.000 0,1.000 0.000 0,-1.000 0.000 0,0.000 0.000 0,1.000 0.000 0,-1.000 0.000 0,1.000 1.000 0,-1.000 0.000 0,1.000 0.000 0,-1.000 0.000 0,1.000 0.000 0,-1.000 0.000 0,1.000 1.000 0,-1.000-1.000 0,1.000 1.000 0,-1.000 0.000 0,4.000 1.000 0,-5.000 0.000 0,1.000 0.000 0,-1.000 0.000 0,0.000 0.000 0,0.000 1.000 0,0.000-1.000 0,0.000 1.000 0,-1.000-1.000 0,1.000 1.000 0,0.000-1.000 0,-1.000 1.000 0,0.000 0.000 0,0.000 0.000 0,0.000 0.000 0,0.000 0.000 0,0.000 0.000 0,0.000 0.000 0,-1.000 0.000 0,0.000 0.000 0,1.000 0.000 0,-1.000 0.000 0,-1.000 4.000 0,2.000-3.000 0,-1.000 3.000 0,0.000 0.000 0,0.000 0.000 0,0.000 0.000 0,0.000 0.000 0,-1.000 0.000 0,-2.000 8.000 0,2.000-14.000 0,0.000 1.000 0,0.000 0.000 0,0.000-1.000 0,1.000 1.000 0,-1.000 0.000 0,-1.000-1.000 0,1.000 1.000 0,0.000-1.000 0,0.000 1.000 0,-1.000-1.000 0,1.000 0.000 0,0.000 0.000 0,-1.000 0.000 0,1.000 1.000 0,-1.000-1.000 0,0.000 0.000 0,1.000-1.000 0,-1.000 1.000 0,0.000 0.000 0,0.000 0.000 0,1.000-1.000 0,-1.000 1.000 0,0.000-1.000 0,0.000 0.000 0,0.000 1.000 0,0.000-1.000 0,-3.000 0.000 0,-56.000 3.000 0,-1.000-2.000 0,1.000-3.000 0,-1.000-2.000 0,1.000-4.000 0,1.000-1.000 0,-1.000-4.000 0,-66.000-23.000 0,118.000 33.000 0,0.000 0.000 0,0.000-1.000 0,0.000-1.000 0,1.000 0.000 0,-1.000 0.000 0,1.000 0.000 0,0.000-1.000 0,1.000-1.000 0,-1.000 1.000 0,-7.000-10.000 0,12.000 12.000 0,0.000 0.000 0,0.000-1.000 0,1.000 1.000 0,-1.000-1.000 0,1.000 0.000 0,0.000 1.000 0,1.000-1.000 0,-1.000 0.000 0,1.000 0.000 0,0.000 0.000 0,0.000 0.000 0,1.000 0.000 0,-1.000-1.000 0,1.000 1.000 0,0.000 0.000 0,0.000 0.000 0,1.000 0.000 0,0.000 0.000 0,0.000 0.000 0,3.000-10.000 0,3.000-14.000 0,2.000 1.000 0,2.000-1.000 0,0.000 2.000 0,2.000 0.000 0,0.000 0.000 0,2.000 1.000 0,21.000-28.000 0,-30.000 48.000 0,0.000 1.000 0,0.000-1.000 0,1.000 1.000 0,-1.000 1.000 0,1.000-1.000 0,0.000 1.000 0,0.000 0.000 0,1.000 0.000 0,-1.000 1.000 0,1.000 0.000 0,-1.000 1.000 0,1.000 0.000 0,0.000 0.000 0,0.000 0.000 0,0.000 1.000 0,0.000 0.000 0,1.000 1.000 0,-1.000 0.000 0,0.000 0.000 0,0.000 1.000 0,0.000-1.000 0,0.000 2.000 0,0.000-1.000 0,9.000 4.000 0,-14.000-3.000 0,0.000 0.000 0,0.000 1.000 0,0.000-1.000 0,0.000 1.000 0,-1.000-1.000 0,1.000 1.000 0,-1.000 0.000 0,0.000 0.000 0,0.000 0.000 0,0.000 0.000 0,0.000 0.000 0,0.000 0.000 0,-1.000 1.000 0,1.000-1.000 0,-1.000 0.000 0,0.000 1.000 0,0.000-1.000 0,-1.000 1.000 0,2.000 4.000 0,0.000 11.000 0,0.000 0.000 0,0.000 25.000 0,-2.000-37.000 0,0.000 1.000 0,0.000 1.000 0,0.000-1.000 0,-1.000 0.000 0,0.000 1.000 0,-1.000-1.000 0,1.000 0.000 0,-6.000 13.000 0,6.000-18.000 0,-1.000 0.000 0,1.000-1.000 0,-1.000 1.000 0,0.000 0.000 0,0.000-1.000 0,0.000 1.000 0,-1.000-1.000 0,1.000 0.000 0,0.000 1.000 0,-1.000-1.000 0,0.000 0.000 0,1.000-1.000 0,-1.000 1.000 0,0.000 0.000 0,0.000-1.000 0,0.000 0.000 0,0.000 1.000 0,0.000-1.000 0,0.000 0.000 0,-1.000-1.000 0,1.000 1.000 0,-6.000 0.000 0,-17.000 2.000 0,-1.000-2.000 0,0.000-1.000 0,1.000-1.000 0,-36.000-5.000 0,-109.000-27.000 0,103.000 18.000 0,-275.000-64.000 0,341.000 79.000 8,0.000 0.000-1,1.000-1.000 1,-1.000 1.000-1,0.000-1.000 1,1.000 1.000-1,-1.000-1.000 1,1.000 0.000-1,-1.000 1.000 1,1.000-1.000-1,-1.000 0.000 1,1.000 0.000-1,-1.000 0.000 1,1.000 0.000-1,0.000 0.000 1,-2.000-2.000-1,3.000 2.000-69,0.000-1.000 0,0.000 1.000 0,0.000 0.000 0,0.000 0.000 1,1.000 0.000-1,-1.000 0.000 0,0.000 0.000 0,1.000 0.000 0,-1.000 1.000 0,0.000-1.000 0,1.000 0.000 0,0.000 0.000 1,-1.000 0.000-1,1.000 0.000 0,-1.000 0.000 0,1.000 0.000 0,0.000 1.000 0,0.000-1.000 0,-1.000 0.000 0,1.000 1.000 1,0.000-1.000-1,0.000 0.000 0,1.000 0.000 0</inkml:trace>
</inkml:ink>
</file>

<file path=ppt/ink/ink1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3:09"/>
    </inkml:context>
    <inkml:brush xml:id="br0">
      <inkml:brushProperty name="width" value="0.35" units="cm"/>
      <inkml:brushProperty name="height" value="0.35" units="cm"/>
      <inkml:brushProperty name="color" value="#ffffff"/>
    </inkml:brush>
  </inkml:definitions>
  <inkml:trace contextRef="#ctx0" brushRef="#br0">411.000 82.000 24575,'2.000'-3.000'0,"0.000"0.000"0,1.000 0.000 0,-1.000 0.000 0,1.000 0.000 0,-1.000 1.000 0,1.000-1.000 0,0.000 1.000 0,0.000 0.000 0,0.000 0.000 0,1.000 0.000 0,-1.000 0.000 0,0.000 0.000 0,6.000-1.000 0,-2.000-1.000 0,5.000-3.000 0,0.000 0.000 0,1.000 1.000 0,0.000 1.000 0,0.000-1.000 0,19.000-3.000 0,-29.000 8.000 0,0.000 1.000 0,0.000-1.000 0,1.000 1.000 0,-1.000 0.000 0,0.000 0.000 0,0.000 0.000 0,0.000 0.000 0,0.000 0.000 0,1.000 1.000 0,-1.000 0.000 0,0.000-1.000 0,0.000 1.000 0,0.000 0.000 0,0.000 0.000 0,0.000 1.000 0,-1.000-1.000 0,1.000 1.000 0,0.000-1.000 0,-1.000 1.000 0,1.000 0.000 0,-1.000 0.000 0,1.000 0.000 0,-1.000 1.000 0,0.000-1.000 0,0.000 0.000 0,0.000 1.000 0,0.000-1.000 0,0.000 1.000 0,-1.000 0.000 0,3.000 3.000 0,1.000 4.000 0,-1.000 1.000 0,0.000 0.000 0,0.000 0.000 0,-1.000 0.000 0,-1.000 1.000 0,0.000-1.000 0,0.000 1.000 0,-1.000-1.000 0,0.000 1.000 0,-1.000 0.000 0,-1.000-1.000 0,0.000 1.000 0,0.000 0.000 0,-1.000-1.000 0,-1.000 1.000 0,0.000-1.000 0,0.000 0.000 0,-1.000 0.000 0,0.000 0.000 0,-8.000 12.000 0,3.000-6.000 0,-1.000 0.000 0,-1.000-1.000 0,-1.000 0.000 0,0.000-1.000 0,-1.000-1.000 0,0.000 0.000 0,-1.000-1.000 0,0.000 0.000 0,-2.000-1.000 0,1.000 0.000 0,-26.000 13.000 0,-3.000-3.000 0,-1.000-1.000 0,-1.000-3.000 0,-1.000-2.000 0,0.000-2.000 0,-1.000-1.000 0,-83.000 9.000 0,129.000-22.000 0,1.000 0.000 0,-1.000 0.000 0,0.000 1.000 0,1.000-1.000 0,-1.000-1.000 0,1.000 1.000 0,-1.000 0.000 0,0.000 0.000 0,1.000-1.000 0,-1.000 1.000 0,1.000 0.000 0,-1.000-1.000 0,1.000 0.000 0,-1.000 1.000 0,1.000-1.000 0,-1.000 0.000 0,1.000 0.000 0,0.000 0.000 0,-1.000 0.000 0,1.000 0.000 0,0.000 0.000 0,0.000 0.000 0,0.000 0.000 0,-2.000-3.000 0,1.000 1.000 0,1.000 0.000 0,-1.000-1.000 0,1.000 1.000 0,0.000 0.000 0,0.000-1.000 0,0.000 1.000 0,1.000-1.000 0,-1.000 0.000 0,1.000 1.000 0,0.000-7.000 0,1.000-8.000 0,1.000 0.000 0,0.000 1.000 0,8.000-26.000 0,-2.000 16.000 0,0.000-1.000 0,2.000 2.000 0,1.000 0.000 0,2.000 0.000 0,0.000 1.000 0,2.000 0.000 0,0.000 1.000 0,35.000-40.000 0,-39.000 51.000 0,0.000 2.000 0,1.000-1.000 0,0.000 2.000 0,1.000-1.000 0,0.000 2.000 0,1.000 0.000 0,0.000 0.000 0,0.000 1.000 0,1.000 1.000 0,0.000 1.000 0,0.000 0.000 0,1.000 0.000 0,0.000 2.000 0,-1.000 0.000 0,1.000 1.000 0,32.000-2.000 0,-40.000 5.000 0,-1.000 1.000 0,1.000 0.000 0,-1.000 0.000 0,1.000 1.000 0,-1.000 0.000 0,0.000 1.000 0,0.000-1.000 0,0.000 1.000 0,0.000 0.000 0,11.000 8.000 0,66.000 52.000 0,-46.000-33.000 0,-38.000-29.000 0,29.000 19.000 0,-2.000 2.000 0,0.000 1.000 0,-1.000 1.000 0,31.000 39.000 0,-51.000-56.000 0,-1.000 0.000 0,-1.000 0.000 0,1.000 1.000 0,-1.000 0.000 0,-1.000 0.000 0,1.000 0.000 0,-1.000 0.000 0,-1.000 0.000 0,1.000 1.000 0,0.000 11.000 0,-2.000-14.000 0,-1.000 0.000 0,0.000-1.000 0,-1.000 1.000 0,0.000 0.000 0,0.000 0.000 0,0.000 0.000 0,0.000 0.000 0,-1.000-1.000 0,0.000 1.000 0,0.000 0.000 0,-1.000-1.000 0,1.000 0.000 0,-1.000 0.000 0,0.000 0.000 0,-1.000 0.000 0,-6.000 9.000 0,2.000-7.000 0,1.000 0.000 0,-1.000 0.000 0,0.000 0.000 0,0.000-1.000 0,-1.000 0.000 0,0.000-1.000 0,-11.000 6.000 0,-74.000 28.000 0,29.000-14.000 0,15.000-4.000 0,-1.000-2.000 0,-72.000 17.000 0,98.000-29.000 0,-46.000 18.000 0,63.000-22.000 0,0.000 0.000 0,1.000 1.000 0,-1.000 0.000 0,1.000 1.000 0,0.000-1.000 0,1.000 2.000 0,-1.000-1.000 0,1.000 0.000 0,0.000 1.000 0,-5.000 7.000 0,7.000-6.000 0,0.000 0.000 0,1.000 0.000 0,0.000 1.000 0,1.000-1.000 0,0.000 1.000 0,0.000-1.000 0,0.000 1.000 0,0.000 13.000 0,1.000-12.000 0,0.000 0.000 0,-1.000 0.000 0,0.000 0.000 0,-1.000 0.000 0,-3.000 9.000 0,4.000-15.000 0,1.000 0.000 0,-1.000 0.000 0,0.000 0.000 0,0.000 0.000 0,0.000-1.000 0,-1.000 1.000 0,1.000-1.000 0,0.000 0.000 0,-1.000 0.000 0,0.000 1.000 0,1.000-2.000 0,-1.000 1.000 0,0.000 0.000 0,0.000 0.000 0,0.000-1.000 0,0.000 0.000 0,0.000 0.000 0,-5.000 2.000 0,-1.000-1.000 0,3.000-1.000 0,0.000 1.000 0,0.000 0.000 0,0.000 0.000 0,1.000 0.000 0,-1.000 1.000 0,-9.000 6.000 0,14.000-9.000 0,0.000 1.000 0,0.000-1.000 0,1.000 1.000 0,-1.000 0.000 0,0.000 0.000 0,1.000-1.000 0,-1.000 1.000 0,0.000 0.000 0,1.000 0.000 0,0.000 0.000 0,-1.000 0.000 0,1.000 0.000 0,-1.000 0.000 0,1.000 0.000 0,0.000 0.000 0,0.000 0.000 0,-1.000 0.000 0,1.000 0.000 0,0.000 1.000 0,0.000 0.000 0,1.000 1.000 0,-1.000-1.000 0,1.000-1.000 0,0.000 1.000 0,0.000 0.000 0,-1.000 0.000 0,1.000 0.000 0,0.000 0.000 0,0.000 0.000 0,1.000-1.000 0,-1.000 1.000 0,0.000 0.000 0,3.000 1.000 0,2.000 3.000 0,0.000-1.000 0,1.000-1.000 0,0.000 1.000 0,0.000-1.000 0,0.000 0.000 0,0.000 0.000 0,1.000-1.000 0,0.000 0.000 0,-1.000-1.000 0,1.000 0.000 0,13.000 2.000 0,5.000 1.000 0,0.000-2.000 0,33.000 1.000 0,194.000 5.000 0,-189.000-7.000 0,231.000-5.000 0,-292.000 3.000 0,1.000-1.000 0,0.000 0.000 0,0.000-1.000 0,-1.000 1.000 0,1.000-1.000 0,-1.000 1.000 0,1.000-1.000 0,-1.000 0.000 0,1.000-1.000 0,-1.000 1.000 0,0.000 0.000 0,0.000-1.000 0,0.000 0.000 0,-1.000 0.000 0,1.000 0.000 0,-1.000 0.000 0,1.000 0.000 0,-1.000 0.000 0,0.000 0.000 0,0.000-1.000 0,-1.000 1.000 0,1.000-1.000 0,-1.000 0.000 0,1.000 1.000 0,-1.000-1.000 0,0.000 0.000 0,0.000-7.000 0,3.000-8.000 0,-1.000 0.000 0,-1.000-1.000 0,-1.000 1.000 0,-2.000-23.000 0,1.000 37.000 0,0.000 0.000 0,0.000 1.000 0,-1.000-1.000 0,1.000 0.000 0,-1.000 0.000 0,0.000 1.000 0,-1.000-1.000 0,1.000 1.000 0,-1.000-1.000 0,0.000 1.000 0,0.000 0.000 0,0.000-1.000 0,-1.000 1.000 0,-3.000-4.000 0,3.000 6.000 0,1.000-1.000 0,-1.000 1.000 0,0.000 0.000 0,0.000 0.000 0,-1.000 0.000 0,1.000 0.000 0,0.000 1.000 0,-1.000 0.000 0,1.000-1.000 0,-1.000 1.000 0,1.000 0.000 0,-1.000 1.000 0,1.000-1.000 0,-1.000 1.000 0,0.000-1.000 0,1.000 1.000 0,-1.000 0.000 0,-6.000 1.000 0,-2.000-1.000 0,0.000 1.000 0,0.000 0.000 0,0.000 1.000 0,0.000 1.000 0,0.000-1.000 0,1.000 2.000 0,-1.000 0.000 0,-20.000 9.000 0,28.000-9.000 0,-1.000-1.000 0,1.000 0.000 0,-1.000 1.000 0,1.000 0.000 0,0.000 0.000 0,1.000 0.000 0,-1.000 0.000 0,1.000 1.000 0,0.000 0.000 0,0.000-1.000 0,0.000 1.000 0,0.000 0.000 0,1.000 0.000 0,0.000 1.000 0,0.000-1.000 0,1.000 0.000 0,-1.000 1.000 0,1.000-1.000 0,0.000 1.000 0,0.000 0.000 0,1.000 6.000 0,0.000-5.000 0,0.000 0.000 0,1.000 0.000 0,0.000 1.000 0,1.000-1.000 0,-1.000 0.000 0,1.000 0.000 0,1.000-1.000 0,-1.000 1.000 0,1.000 0.000 0,0.000-1.000 0,1.000 1.000 0,0.000-1.000 0,0.000 0.000 0,0.000 0.000 0,0.000-1.000 0,1.000 1.000 0,0.000-1.000 0,0.000 0.000 0,1.000 0.000 0,-1.000-1.000 0,1.000 0.000 0,0.000 0.000 0,0.000 0.000 0,0.000 0.000 0,1.000-1.000 0,-1.000 0.000 0,1.000-1.000 0,0.000 1.000 0,12.000 2.000 0,-13.000-4.000 0,1.000 0.000 0,-1.000 1.000 0,1.000-1.000 0,-1.000 2.000 0,0.000-1.000 0,0.000 1.000 0,0.000 0.000 0,0.000 0.000 0,0.000 1.000 0,-1.000-1.000 0,0.000 1.000 0,0.000 0.000 0,9.000 9.000 0,-15.000-12.000 0,1.000 0.000 0,0.000-1.000 0,-1.000 1.000 0,1.000-1.000 0,-1.000 1.000 0,0.000-1.000 0,1.000 1.000 0,-1.000-1.000 0,1.000 1.000 0,-1.000-1.000 0,0.000 0.000 0,1.000 1.000 0,-1.000-1.000 0,0.000 0.000 0,1.000 1.000 0,-1.000-1.000 0,0.000 0.000 0,0.000 0.000 0,1.000 0.000 0,-1.000 0.000 0,0.000 0.000 0,1.000 0.000 0,-1.000 0.000 0,0.000 0.000 0,0.000 0.000 0,1.000 0.000 0,-1.000 0.000 0,0.000 0.000 0,-1.000-1.000 0,-30.000 2.000 0,30.000-1.000 0,-386.000-10.000 0,356.000 8.000 0,1.000-2.000 0,-1.000-1.000 0,1.000-1.000 0,0.000-2.000 0,-36.000-13.000 0,55.000 15.000 0,-1.000 0.000 0,1.000-1.000 0,1.000-1.000 0,-1.000 0.000 0,1.000 0.000 0,1.000-1.000 0,-1.000-1.000 0,2.000 1.000 0,-1.000-2.000 0,1.000 1.000 0,-13.000-21.000 0,22.000 30.000-50,-1.000 0.000-1,0.000 0.000 1,0.000 0.000-1,1.000 0.000 0,-1.000-1.000 1,1.000 1.000-1,-1.000 0.000 1,1.000 0.000-1,-1.000 0.000 1,1.000-1.000-1,0.000 1.000 0,-1.000 0.000 1,1.000 0.000-1,0.000-1.000 1,0.000 1.000-1,0.000 0.000 1,0.000 0.000-1,0.000-1.000 0,0.000 1.000 1,0.000 0.000-1,1.000 0.000 1,-1.000-1.000-1,0.000 1.000 1,1.000 0.000-1,-1.000 0.000 1,2.000-2.000-1</inkml:trace>
</inkml:ink>
</file>

<file path=ppt/ink/ink1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3:52"/>
    </inkml:context>
    <inkml:brush xml:id="br0">
      <inkml:brushProperty name="width" value="0.35" units="cm"/>
      <inkml:brushProperty name="height" value="0.35" units="cm"/>
      <inkml:brushProperty name="color" value="#ffffff"/>
    </inkml:brush>
  </inkml:definitions>
  <inkml:trace contextRef="#ctx0" brushRef="#br0">1.000 1.000 24575</inkml:trace>
</inkml:ink>
</file>

<file path=ppt/ink/ink1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4:17"/>
    </inkml:context>
    <inkml:brush xml:id="br0">
      <inkml:brushProperty name="width" value="0.35" units="cm"/>
      <inkml:brushProperty name="height" value="0.35" units="cm"/>
      <inkml:brushProperty name="color" value="#ffffff"/>
    </inkml:brush>
  </inkml:definitions>
  <inkml:trace contextRef="#ctx0" brushRef="#br0">0.000 0.000 24575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8F67BA-2E0C-6249-ADAE-C684EBC071E3}" type="datetimeFigureOut">
              <a:rPr lang="es-ES_tradnl" smtClean="0"/>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4F875-0603-3A4B-9548-62CD0D21EBA1}" type="slidenum">
              <a:rPr lang="es-ES_tradnl" smtClean="0"/>
            </a:fld>
            <a:endParaRPr lang="es-ES_tradnl"/>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27219" y="5764320"/>
            <a:ext cx="2475945" cy="835869"/>
          </a:xfrm>
          <a:prstGeom prst="rect">
            <a:avLst/>
          </a:prstGeom>
        </p:spPr>
      </p:pic>
      <p:sp>
        <p:nvSpPr>
          <p:cNvPr id="9" name="Rectángulo 8"/>
          <p:cNvSpPr/>
          <p:nvPr userDrawn="1"/>
        </p:nvSpPr>
        <p:spPr>
          <a:xfrm>
            <a:off x="0" y="0"/>
            <a:ext cx="12192000" cy="5486400"/>
          </a:xfrm>
          <a:prstGeom prst="rect">
            <a:avLst/>
          </a:prstGeom>
          <a:solidFill>
            <a:srgbClr val="C2002F"/>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1440000" tIns="1440000" rIns="1440000" bIns="1440000" rtlCol="0" anchor="ctr"/>
          <a:lstStyle/>
          <a:p>
            <a:pPr algn="ctr"/>
            <a:endParaRPr lang="es-ES" dirty="0"/>
          </a:p>
        </p:txBody>
      </p:sp>
      <p:sp>
        <p:nvSpPr>
          <p:cNvPr id="2" name="Título 1"/>
          <p:cNvSpPr>
            <a:spLocks noGrp="1"/>
          </p:cNvSpPr>
          <p:nvPr>
            <p:ph type="title"/>
          </p:nvPr>
        </p:nvSpPr>
        <p:spPr>
          <a:xfrm>
            <a:off x="838200" y="970606"/>
            <a:ext cx="8380039" cy="3613751"/>
          </a:xfrm>
        </p:spPr>
        <p:txBody>
          <a:bodyPr/>
          <a:lstStyle>
            <a:lvl1pPr>
              <a:defRPr>
                <a:solidFill>
                  <a:schemeClr val="bg1"/>
                </a:solidFill>
              </a:defRPr>
            </a:lvl1pPr>
          </a:lstStyle>
          <a:p>
            <a:r>
              <a:rPr lang="es-ES"/>
              <a:t>Haga clic para modificar el estilo de título del patrón</a:t>
            </a:r>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928711"/>
            <a:ext cx="12192000" cy="924998"/>
          </a:xfrm>
          <a:prstGeom prst="rect">
            <a:avLst/>
          </a:prstGeom>
        </p:spPr>
      </p:pic>
      <p:sp>
        <p:nvSpPr>
          <p:cNvPr id="2" name="Título 1"/>
          <p:cNvSpPr>
            <a:spLocks noGrp="1"/>
          </p:cNvSpPr>
          <p:nvPr>
            <p:ph type="title"/>
          </p:nvPr>
        </p:nvSpPr>
        <p:spPr>
          <a:xfrm>
            <a:off x="530199" y="365125"/>
            <a:ext cx="11145986" cy="449383"/>
          </a:xfrm>
        </p:spPr>
        <p:txBody>
          <a:bodyPr>
            <a:normAutofit/>
          </a:bodyPr>
          <a:lstStyle>
            <a:lvl1pPr>
              <a:defRPr sz="2800"/>
            </a:lvl1pPr>
          </a:lstStyle>
          <a:p>
            <a:r>
              <a:rPr lang="es-ES"/>
              <a:t>Haga clic para modificar el estilo de título del patrón</a:t>
            </a:r>
            <a:endParaRPr lang="es-ES" dirty="0"/>
          </a:p>
        </p:txBody>
      </p:sp>
      <p:sp>
        <p:nvSpPr>
          <p:cNvPr id="3" name="Marcador de contenido 2"/>
          <p:cNvSpPr>
            <a:spLocks noGrp="1"/>
          </p:cNvSpPr>
          <p:nvPr>
            <p:ph idx="1" hasCustomPrompt="1"/>
          </p:nvPr>
        </p:nvSpPr>
        <p:spPr>
          <a:xfrm>
            <a:off x="530200" y="1321654"/>
            <a:ext cx="11145985" cy="4234026"/>
          </a:xfrm>
        </p:spPr>
        <p:txBody>
          <a:bodyPr/>
          <a:lstStyle>
            <a:lvl1pPr marL="228600" indent="-228600">
              <a:spcBef>
                <a:spcPts val="1600"/>
              </a:spcBef>
              <a:buClr>
                <a:schemeClr val="tx2"/>
              </a:buClr>
              <a:buFont typeface="LucidaGrande" charset="0"/>
              <a:buChar char="●"/>
              <a:defRPr sz="2000"/>
            </a:lvl1pPr>
            <a:lvl2pPr marL="685800" indent="-228600">
              <a:buClr>
                <a:schemeClr val="tx2"/>
              </a:buClr>
              <a:buFont typeface="LucidaGrande" charset="0"/>
              <a:buChar char="-"/>
              <a:defRPr sz="2000"/>
            </a:lvl2pPr>
            <a:lvl3pPr>
              <a:defRPr sz="2000"/>
            </a:lvl3pPr>
            <a:lvl4pPr marL="1600200" indent="-228600">
              <a:buFont typeface="LucidaGrande" charset="0"/>
              <a:buChar char="-"/>
              <a:defRPr sz="2000"/>
            </a:lvl4pPr>
            <a:lvl5pPr>
              <a:defRPr sz="2000"/>
            </a:lvl5pPr>
          </a:lstStyle>
          <a:p>
            <a:pPr lvl="0"/>
            <a:r>
              <a:rPr lang="es-ES"/>
              <a:t>Haga clic para modificar los estilos de texto del patrón</a:t>
            </a:r>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6" name="Rectángulo 5"/>
          <p:cNvSpPr/>
          <p:nvPr userDrawn="1"/>
        </p:nvSpPr>
        <p:spPr>
          <a:xfrm>
            <a:off x="0" y="0"/>
            <a:ext cx="12192000" cy="6993924"/>
          </a:xfrm>
          <a:prstGeom prst="rect">
            <a:avLst/>
          </a:prstGeom>
          <a:solidFill>
            <a:srgbClr val="C2002F"/>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1440000" tIns="1440000" rIns="1440000" bIns="1440000" rtlCol="0" anchor="ctr"/>
          <a:lstStyle/>
          <a:p>
            <a:pPr algn="ctr"/>
            <a:endParaRPr lang="es-ES" dirty="0"/>
          </a:p>
        </p:txBody>
      </p:sp>
      <p:pic>
        <p:nvPicPr>
          <p:cNvPr id="7" name="Imagen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54352" y="2577730"/>
            <a:ext cx="5083296" cy="170253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ED2739-C74D-CA49-BBC2-5C36F0C10476}" type="datetime1">
              <a:rPr lang="es-ES" smtClean="0"/>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t>Resumen de la memoria del curso 2017-2018</a:t>
            </a:r>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C2A9AA-55AA-4F14-AFC8-EF3595AA24C1}" type="slidenum">
              <a:rPr lang="es-ES" smtClean="0"/>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customXml" Target="../ink/ink4.xml"/><Relationship Id="rId7" Type="http://schemas.openxmlformats.org/officeDocument/2006/relationships/image" Target="../media/image10.png"/><Relationship Id="rId6" Type="http://schemas.openxmlformats.org/officeDocument/2006/relationships/customXml" Target="../ink/ink3.xml"/><Relationship Id="rId5" Type="http://schemas.openxmlformats.org/officeDocument/2006/relationships/image" Target="../media/image9.png"/><Relationship Id="rId4" Type="http://schemas.openxmlformats.org/officeDocument/2006/relationships/customXml" Target="../ink/ink2.xml"/><Relationship Id="rId32" Type="http://schemas.openxmlformats.org/officeDocument/2006/relationships/slideLayout" Target="../slideLayouts/slideLayout2.xml"/><Relationship Id="rId31" Type="http://schemas.openxmlformats.org/officeDocument/2006/relationships/image" Target="../media/image20.png"/><Relationship Id="rId30" Type="http://schemas.openxmlformats.org/officeDocument/2006/relationships/customXml" Target="../ink/ink17.xml"/><Relationship Id="rId3" Type="http://schemas.openxmlformats.org/officeDocument/2006/relationships/image" Target="../media/image8.png"/><Relationship Id="rId29" Type="http://schemas.openxmlformats.org/officeDocument/2006/relationships/image" Target="../media/image19.png"/><Relationship Id="rId28" Type="http://schemas.openxmlformats.org/officeDocument/2006/relationships/customXml" Target="../ink/ink16.xml"/><Relationship Id="rId27" Type="http://schemas.openxmlformats.org/officeDocument/2006/relationships/image" Target="../media/image18.png"/><Relationship Id="rId26" Type="http://schemas.openxmlformats.org/officeDocument/2006/relationships/customXml" Target="../ink/ink15.xml"/><Relationship Id="rId25" Type="http://schemas.openxmlformats.org/officeDocument/2006/relationships/image" Target="../media/image17.png"/><Relationship Id="rId24" Type="http://schemas.openxmlformats.org/officeDocument/2006/relationships/customXml" Target="../ink/ink14.xml"/><Relationship Id="rId23" Type="http://schemas.openxmlformats.org/officeDocument/2006/relationships/image" Target="../media/image16.png"/><Relationship Id="rId22" Type="http://schemas.openxmlformats.org/officeDocument/2006/relationships/customXml" Target="../ink/ink13.xml"/><Relationship Id="rId21" Type="http://schemas.openxmlformats.org/officeDocument/2006/relationships/image" Target="../media/image15.png"/><Relationship Id="rId20" Type="http://schemas.openxmlformats.org/officeDocument/2006/relationships/customXml" Target="../ink/ink12.xml"/><Relationship Id="rId2" Type="http://schemas.openxmlformats.org/officeDocument/2006/relationships/customXml" Target="../ink/ink1.xml"/><Relationship Id="rId19" Type="http://schemas.openxmlformats.org/officeDocument/2006/relationships/image" Target="../media/image14.png"/><Relationship Id="rId18" Type="http://schemas.openxmlformats.org/officeDocument/2006/relationships/customXml" Target="../ink/ink11.xml"/><Relationship Id="rId17" Type="http://schemas.openxmlformats.org/officeDocument/2006/relationships/image" Target="../media/image13.png"/><Relationship Id="rId16" Type="http://schemas.openxmlformats.org/officeDocument/2006/relationships/customXml" Target="../ink/ink10.xml"/><Relationship Id="rId15" Type="http://schemas.openxmlformats.org/officeDocument/2006/relationships/customXml" Target="../ink/ink9.xml"/><Relationship Id="rId14" Type="http://schemas.openxmlformats.org/officeDocument/2006/relationships/customXml" Target="../ink/ink8.xml"/><Relationship Id="rId13" Type="http://schemas.openxmlformats.org/officeDocument/2006/relationships/image" Target="../media/image12.png"/><Relationship Id="rId12" Type="http://schemas.openxmlformats.org/officeDocument/2006/relationships/customXml" Target="../ink/ink7.xml"/><Relationship Id="rId11" Type="http://schemas.openxmlformats.org/officeDocument/2006/relationships/customXml" Target="../ink/ink6.xml"/><Relationship Id="rId10" Type="http://schemas.openxmlformats.org/officeDocument/2006/relationships/customXml" Target="../ink/ink5.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Ejecución de programas</a:t>
            </a:r>
            <a:endParaRPr lang="es-E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3.1 – Traductores, compiladores e intérpretes</a:t>
            </a:r>
            <a:endParaRPr lang="es-ES" dirty="0"/>
          </a:p>
        </p:txBody>
      </p:sp>
      <p:sp>
        <p:nvSpPr>
          <p:cNvPr id="3" name="Marcador de contenido 2"/>
          <p:cNvSpPr>
            <a:spLocks noGrp="1"/>
          </p:cNvSpPr>
          <p:nvPr>
            <p:ph idx="1"/>
          </p:nvPr>
        </p:nvSpPr>
        <p:spPr/>
        <p:txBody>
          <a:bodyPr/>
          <a:lstStyle/>
          <a:p>
            <a:pPr>
              <a:buFontTx/>
              <a:buChar char="-"/>
            </a:pPr>
            <a:r>
              <a:rPr lang="es-ES" dirty="0"/>
              <a:t>Los traductores son los programas encargados de traducir lenguajes de alto nivel a código máquina. Pueden ser de dos tipos:</a:t>
            </a:r>
            <a:endParaRPr lang="es-ES" dirty="0"/>
          </a:p>
          <a:p>
            <a:pPr>
              <a:buFontTx/>
              <a:buChar char="-"/>
            </a:pPr>
            <a:r>
              <a:rPr lang="es-ES" dirty="0"/>
              <a:t>Compiladores: Traducen un programa en lenguaje de alto nivel a código máquina. Durante este proceso, podemos detectar ciertos errores en los programas antes de generar los ejecutables. Algunos de los lenguajes compilados más comunes son C, C++, </a:t>
            </a:r>
            <a:r>
              <a:rPr lang="es-ES" dirty="0" err="1"/>
              <a:t>Rust</a:t>
            </a:r>
            <a:r>
              <a:rPr lang="es-ES" dirty="0"/>
              <a:t> o </a:t>
            </a:r>
            <a:r>
              <a:rPr lang="es-ES" dirty="0" err="1"/>
              <a:t>Go</a:t>
            </a:r>
            <a:endParaRPr lang="es-ES" dirty="0"/>
          </a:p>
          <a:p>
            <a:pPr>
              <a:buFontTx/>
              <a:buChar char="-"/>
            </a:pPr>
            <a:r>
              <a:rPr lang="es-ES" dirty="0"/>
              <a:t>Intérpretes: Realizan la traducción y ejecución línea a línea, sin generar un nuevo fichero ejecutables. Si no hay un preprocesado previo, los errores de programación no se detectan hasta que el programa ya está en ejecución. Algunos de los lenguajes más comunes son JavaScript, Python, Ruby</a:t>
            </a:r>
            <a:endParaRPr lang="es-ES" dirty="0"/>
          </a:p>
          <a:p>
            <a:pPr>
              <a:buFontTx/>
              <a:buChar char="-"/>
            </a:pPr>
            <a:endParaRPr lang="es-ES" dirty="0"/>
          </a:p>
          <a:p>
            <a:pPr>
              <a:buFontTx/>
              <a:buChar char="-"/>
            </a:pPr>
            <a:endParaRPr lang="es-E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3.1 – Traductores, compiladores e intérpretes</a:t>
            </a:r>
            <a:endParaRPr lang="es-ES" dirty="0"/>
          </a:p>
        </p:txBody>
      </p:sp>
      <p:sp>
        <p:nvSpPr>
          <p:cNvPr id="3" name="Marcador de contenido 2"/>
          <p:cNvSpPr>
            <a:spLocks noGrp="1"/>
          </p:cNvSpPr>
          <p:nvPr>
            <p:ph idx="1"/>
          </p:nvPr>
        </p:nvSpPr>
        <p:spPr/>
        <p:txBody>
          <a:bodyPr/>
          <a:lstStyle/>
          <a:p>
            <a:pPr>
              <a:buFontTx/>
              <a:buChar char="-"/>
            </a:pPr>
            <a:r>
              <a:rPr lang="es-ES" dirty="0"/>
              <a:t>Un compilador primero traduce el código entero a lenguaje máquina y luego lo ejecuta, lo que da lugar a un archivo ejecutable que se ejecuta rápidamente.</a:t>
            </a:r>
            <a:endParaRPr lang="es-ES" dirty="0"/>
          </a:p>
          <a:p>
            <a:pPr>
              <a:buFontTx/>
              <a:buChar char="-"/>
            </a:pPr>
            <a:r>
              <a:rPr lang="es-ES" dirty="0"/>
              <a:t>Un intérprete ejecuta directamente el código, traduciendo línea  a línea, lo que lo hace más flexible pero generalmente más lento en tiempo de ejecución.</a:t>
            </a:r>
            <a:endParaRPr lang="es-ES" dirty="0"/>
          </a:p>
          <a:p>
            <a:pPr>
              <a:buFontTx/>
              <a:buChar char="-"/>
            </a:pPr>
            <a:r>
              <a:rPr lang="es-ES" dirty="0"/>
              <a:t>En lenguajes como C (compilados) el proceso sería:</a:t>
            </a:r>
            <a:endParaRPr lang="es-ES" dirty="0"/>
          </a:p>
          <a:p>
            <a:pPr marL="0" indent="0">
              <a:buNone/>
            </a:pPr>
            <a:r>
              <a:rPr lang="es-ES" dirty="0"/>
              <a:t>	- Escribes el código fuente (</a:t>
            </a:r>
            <a:r>
              <a:rPr lang="es-ES" dirty="0" err="1"/>
              <a:t>archivo.c</a:t>
            </a:r>
            <a:r>
              <a:rPr lang="es-ES" dirty="0"/>
              <a:t>)</a:t>
            </a:r>
            <a:endParaRPr lang="es-ES" dirty="0"/>
          </a:p>
          <a:p>
            <a:pPr marL="0" indent="0">
              <a:buNone/>
            </a:pPr>
            <a:r>
              <a:rPr lang="es-ES" dirty="0"/>
              <a:t>	- Usas un compilador (como </a:t>
            </a:r>
            <a:r>
              <a:rPr lang="es-ES" dirty="0" err="1"/>
              <a:t>gcc</a:t>
            </a:r>
            <a:r>
              <a:rPr lang="es-ES" dirty="0"/>
              <a:t>) para generar un archivo ejecutable (archivo.exe o 	</a:t>
            </a:r>
            <a:r>
              <a:rPr lang="es-ES" dirty="0" err="1"/>
              <a:t>archivo.o</a:t>
            </a:r>
            <a:r>
              <a:rPr lang="es-ES" dirty="0"/>
              <a:t>)</a:t>
            </a:r>
            <a:endParaRPr lang="es-ES" dirty="0"/>
          </a:p>
          <a:p>
            <a:pPr marL="0" indent="0">
              <a:buNone/>
            </a:pPr>
            <a:r>
              <a:rPr lang="es-ES" dirty="0"/>
              <a:t>	- Ese archivo se ejecuta directamente</a:t>
            </a:r>
            <a:endParaRPr lang="es-ES" dirty="0"/>
          </a:p>
          <a:p>
            <a:pPr>
              <a:buFontTx/>
              <a:buChar char="-"/>
            </a:pPr>
            <a:endParaRPr lang="es-ES" dirty="0"/>
          </a:p>
          <a:p>
            <a:pPr>
              <a:buFontTx/>
              <a:buChar char="-"/>
            </a:pPr>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3.1 – Traductores, compiladores e intérpretes</a:t>
            </a:r>
            <a:endParaRPr lang="es-ES" dirty="0"/>
          </a:p>
        </p:txBody>
      </p:sp>
      <p:sp>
        <p:nvSpPr>
          <p:cNvPr id="3" name="Marcador de contenido 2"/>
          <p:cNvSpPr>
            <a:spLocks noGrp="1"/>
          </p:cNvSpPr>
          <p:nvPr>
            <p:ph idx="1"/>
          </p:nvPr>
        </p:nvSpPr>
        <p:spPr>
          <a:xfrm>
            <a:off x="523007" y="1041736"/>
            <a:ext cx="11145985" cy="4234026"/>
          </a:xfrm>
        </p:spPr>
        <p:txBody>
          <a:bodyPr/>
          <a:lstStyle/>
          <a:p>
            <a:pPr>
              <a:buFontTx/>
              <a:buChar char="-"/>
            </a:pPr>
            <a:r>
              <a:rPr lang="es-ES" dirty="0"/>
              <a:t>En un lenguaje interpretado como Python, el proceso sería:</a:t>
            </a:r>
            <a:endParaRPr lang="es-ES" dirty="0"/>
          </a:p>
          <a:p>
            <a:pPr marL="0" indent="0">
              <a:buNone/>
            </a:pPr>
            <a:r>
              <a:rPr lang="es-ES" dirty="0"/>
              <a:t>	- Escribes el código fuente (archivo.py)</a:t>
            </a:r>
            <a:endParaRPr lang="es-ES" dirty="0"/>
          </a:p>
          <a:p>
            <a:pPr marL="0" indent="0">
              <a:buNone/>
            </a:pPr>
            <a:r>
              <a:rPr lang="es-ES" dirty="0"/>
              <a:t>	- Ejecutas directamente el código con un intérprete (</a:t>
            </a:r>
            <a:r>
              <a:rPr lang="es-ES" dirty="0" err="1"/>
              <a:t>python</a:t>
            </a:r>
            <a:r>
              <a:rPr lang="es-ES" dirty="0"/>
              <a:t> archivo.py) que procesa y 	ejecuta el código línea a línea</a:t>
            </a:r>
            <a:endParaRPr lang="es-ES" dirty="0"/>
          </a:p>
          <a:p>
            <a:pPr marL="0" indent="0">
              <a:buNone/>
            </a:pPr>
            <a:endParaRPr lang="es-ES" dirty="0"/>
          </a:p>
        </p:txBody>
      </p:sp>
      <p:pic>
        <p:nvPicPr>
          <p:cNvPr id="5" name="Imagen 4"/>
          <p:cNvPicPr>
            <a:picLocks noChangeAspect="1"/>
          </p:cNvPicPr>
          <p:nvPr/>
        </p:nvPicPr>
        <p:blipFill>
          <a:blip r:embed="rId1"/>
          <a:stretch>
            <a:fillRect/>
          </a:stretch>
        </p:blipFill>
        <p:spPr>
          <a:xfrm>
            <a:off x="3013787" y="2689189"/>
            <a:ext cx="6466115" cy="32547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3.1 – Traductores, compiladores e intérpretes</a:t>
            </a:r>
            <a:endParaRPr lang="es-ES" dirty="0"/>
          </a:p>
        </p:txBody>
      </p:sp>
      <p:sp>
        <p:nvSpPr>
          <p:cNvPr id="3" name="Marcador de contenido 2"/>
          <p:cNvSpPr>
            <a:spLocks noGrp="1"/>
          </p:cNvSpPr>
          <p:nvPr>
            <p:ph idx="1"/>
          </p:nvPr>
        </p:nvSpPr>
        <p:spPr/>
        <p:txBody>
          <a:bodyPr/>
          <a:lstStyle/>
          <a:p>
            <a:pPr>
              <a:buFontTx/>
              <a:buChar char="-"/>
            </a:pPr>
            <a:r>
              <a:rPr lang="es-ES" dirty="0"/>
              <a:t>Ejemplos adicionales:</a:t>
            </a:r>
            <a:endParaRPr lang="es-ES" dirty="0"/>
          </a:p>
          <a:p>
            <a:pPr marL="0" indent="0">
              <a:buNone/>
            </a:pPr>
            <a:endParaRPr lang="es-ES" dirty="0"/>
          </a:p>
          <a:p>
            <a:pPr lvl="1">
              <a:buFontTx/>
              <a:buChar char="-"/>
            </a:pPr>
            <a:r>
              <a:rPr lang="es-ES" dirty="0"/>
              <a:t>Aunque Java suele ser considerado como lenguaje compilado, usa un enfoque híbrido: el código fuente se compila a </a:t>
            </a:r>
            <a:r>
              <a:rPr lang="es-ES" dirty="0" err="1"/>
              <a:t>bytecode</a:t>
            </a:r>
            <a:r>
              <a:rPr lang="es-ES" dirty="0"/>
              <a:t> (una representación intermedia) y luego el intérprete de la Máquina Virtual de Java (JVM) ejecuta ese </a:t>
            </a:r>
            <a:r>
              <a:rPr lang="es-ES" dirty="0" err="1"/>
              <a:t>bytecode</a:t>
            </a:r>
            <a:r>
              <a:rPr lang="es-ES" dirty="0"/>
              <a:t>.</a:t>
            </a:r>
            <a:endParaRPr lang="es-ES" dirty="0"/>
          </a:p>
          <a:p>
            <a:pPr lvl="1">
              <a:buFontTx/>
              <a:buChar char="-"/>
            </a:pPr>
            <a:r>
              <a:rPr lang="es-ES" dirty="0"/>
              <a:t>JavaScript es un lenguaje interpretado que se ejecuta principalmente en navegadores web usando un intérprete, aunque los motores modernos como V8 (de Chrome) hacen una compilación JIT (</a:t>
            </a:r>
            <a:r>
              <a:rPr lang="es-ES" dirty="0" err="1"/>
              <a:t>just</a:t>
            </a:r>
            <a:r>
              <a:rPr lang="es-ES" dirty="0"/>
              <a:t>-</a:t>
            </a:r>
            <a:r>
              <a:rPr lang="es-ES" dirty="0" err="1"/>
              <a:t>in-time</a:t>
            </a:r>
            <a:r>
              <a:rPr lang="es-ES" dirty="0"/>
              <a:t>) para mejorar el rendimiento.</a:t>
            </a:r>
            <a:endParaRPr lang="es-ES" dirty="0"/>
          </a:p>
          <a:p>
            <a:pPr>
              <a:buFontTx/>
              <a:buChar char="-"/>
            </a:pPr>
            <a:endParaRPr lang="es-ES" dirty="0"/>
          </a:p>
          <a:p>
            <a:pPr>
              <a:buFontTx/>
              <a:buChar char="-"/>
            </a:pPr>
            <a:endParaRPr lang="es-E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3.2 – Código fuente, código objeto y código ejecutable</a:t>
            </a:r>
            <a:endParaRPr lang="es-ES" dirty="0"/>
          </a:p>
        </p:txBody>
      </p:sp>
      <p:sp>
        <p:nvSpPr>
          <p:cNvPr id="3" name="Marcador de contenido 2"/>
          <p:cNvSpPr>
            <a:spLocks noGrp="1"/>
          </p:cNvSpPr>
          <p:nvPr>
            <p:ph idx="1"/>
          </p:nvPr>
        </p:nvSpPr>
        <p:spPr/>
        <p:txBody>
          <a:bodyPr/>
          <a:lstStyle/>
          <a:p>
            <a:pPr>
              <a:buFontTx/>
              <a:buChar char="-"/>
            </a:pPr>
            <a:r>
              <a:rPr lang="es-ES" dirty="0"/>
              <a:t>El código fuente es el conjunto de instrucciones escritas por un programador en un lenguaje de programación de alto nivel (como C, Java, Python, etc.).</a:t>
            </a:r>
            <a:endParaRPr lang="es-ES" dirty="0"/>
          </a:p>
          <a:p>
            <a:pPr>
              <a:buFontTx/>
              <a:buChar char="-"/>
            </a:pPr>
            <a:r>
              <a:rPr lang="es-ES" dirty="0"/>
              <a:t>Características:</a:t>
            </a:r>
            <a:endParaRPr lang="es-ES" dirty="0"/>
          </a:p>
          <a:p>
            <a:pPr lvl="1">
              <a:buFontTx/>
              <a:buChar char="-"/>
            </a:pPr>
            <a:r>
              <a:rPr lang="es-ES" b="1" dirty="0"/>
              <a:t>Legible por humanos</a:t>
            </a:r>
            <a:r>
              <a:rPr lang="es-ES" dirty="0"/>
              <a:t>: Está escrito en lenguajes de programación que los programadores pueden entender y modificar.</a:t>
            </a:r>
            <a:endParaRPr lang="es-ES" dirty="0"/>
          </a:p>
          <a:p>
            <a:pPr lvl="1">
              <a:buFontTx/>
              <a:buChar char="-"/>
            </a:pPr>
            <a:r>
              <a:rPr lang="es-ES" b="1" dirty="0"/>
              <a:t>Independiente del hardware</a:t>
            </a:r>
            <a:r>
              <a:rPr lang="es-ES" dirty="0"/>
              <a:t>: No se puede ejecutar directamente por el procesador del ordenador; necesita ser compilado o interpretado para convertirse en algo que la máquina pueda entender.</a:t>
            </a:r>
            <a:endParaRPr lang="es-ES" dirty="0"/>
          </a:p>
          <a:p>
            <a:pPr lvl="1">
              <a:buFontTx/>
              <a:buChar char="-"/>
            </a:pPr>
            <a:r>
              <a:rPr lang="es-ES" b="1" dirty="0"/>
              <a:t>Editable</a:t>
            </a:r>
            <a:r>
              <a:rPr lang="es-ES" dirty="0"/>
              <a:t>: Los desarrolladores pueden abrir el código fuente, editarlo, depurarlo y modificarlo según sea necesario.</a:t>
            </a:r>
            <a:endParaRPr lang="es-ES" dirty="0"/>
          </a:p>
          <a:p>
            <a:pPr>
              <a:buFontTx/>
              <a:buChar char="-"/>
            </a:pPr>
            <a:endParaRPr lang="es-ES" dirty="0"/>
          </a:p>
          <a:p>
            <a:pPr>
              <a:buFontTx/>
              <a:buChar char="-"/>
            </a:pPr>
            <a:endParaRPr lang="es-E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3.2 – Código fuente, código objeto y código ejecutable</a:t>
            </a:r>
            <a:endParaRPr lang="es-ES" dirty="0"/>
          </a:p>
        </p:txBody>
      </p:sp>
      <p:sp>
        <p:nvSpPr>
          <p:cNvPr id="3" name="Marcador de contenido 2"/>
          <p:cNvSpPr>
            <a:spLocks noGrp="1"/>
          </p:cNvSpPr>
          <p:nvPr>
            <p:ph idx="1"/>
          </p:nvPr>
        </p:nvSpPr>
        <p:spPr/>
        <p:txBody>
          <a:bodyPr/>
          <a:lstStyle/>
          <a:p>
            <a:pPr>
              <a:buFontTx/>
              <a:buChar char="-"/>
            </a:pPr>
            <a:r>
              <a:rPr lang="es-ES" dirty="0"/>
              <a:t>El código objeto es el resultado de </a:t>
            </a:r>
            <a:r>
              <a:rPr lang="es-ES" b="1" dirty="0"/>
              <a:t>compilar</a:t>
            </a:r>
            <a:r>
              <a:rPr lang="es-ES" dirty="0"/>
              <a:t> el código fuente mediante un compilador. Es una representación intermedia del programa, en formato binario o ensamblador, que aún no es completamente ejecutable por la máquina.</a:t>
            </a:r>
            <a:endParaRPr lang="es-ES" dirty="0"/>
          </a:p>
          <a:p>
            <a:pPr>
              <a:buFontTx/>
              <a:buChar char="-"/>
            </a:pPr>
            <a:r>
              <a:rPr lang="es-ES" dirty="0"/>
              <a:t>Características:</a:t>
            </a:r>
            <a:endParaRPr lang="es-ES" dirty="0"/>
          </a:p>
          <a:p>
            <a:pPr lvl="1">
              <a:buFontTx/>
              <a:buChar char="-"/>
            </a:pPr>
            <a:r>
              <a:rPr lang="es-ES" b="1" dirty="0"/>
              <a:t>No es completamente ejecutable</a:t>
            </a:r>
            <a:r>
              <a:rPr lang="es-ES" dirty="0"/>
              <a:t>: El código objeto contiene instrucciones traducidas a lenguaje máquina, pero a menudo depende de otras bibliotecas o archivos para funcionar. Se necesita un proceso adicional de </a:t>
            </a:r>
            <a:r>
              <a:rPr lang="es-ES" b="1" dirty="0"/>
              <a:t>enlazado</a:t>
            </a:r>
            <a:r>
              <a:rPr lang="es-ES" dirty="0"/>
              <a:t> para generar el archivo ejecutable final.</a:t>
            </a:r>
            <a:endParaRPr lang="es-ES" dirty="0"/>
          </a:p>
          <a:p>
            <a:pPr lvl="1">
              <a:buFontTx/>
              <a:buChar char="-"/>
            </a:pPr>
            <a:r>
              <a:rPr lang="es-ES" b="1" dirty="0"/>
              <a:t>Específico del hardware</a:t>
            </a:r>
            <a:r>
              <a:rPr lang="es-ES" dirty="0"/>
              <a:t>: Está diseñado para ser compatible con el procesador y sistema operativo específicos.</a:t>
            </a:r>
            <a:endParaRPr lang="es-ES" dirty="0"/>
          </a:p>
          <a:p>
            <a:pPr lvl="1">
              <a:buFontTx/>
              <a:buChar char="-"/>
            </a:pPr>
            <a:r>
              <a:rPr lang="es-ES" b="1" dirty="0"/>
              <a:t>Parcialmente traducido</a:t>
            </a:r>
            <a:r>
              <a:rPr lang="es-ES" dirty="0"/>
              <a:t>: El código fuente ha sido parcialmente convertido a un formato que la máquina puede entender, pero aún no está listo para ser ejecutado.</a:t>
            </a:r>
            <a:endParaRPr lang="es-ES" dirty="0"/>
          </a:p>
          <a:p>
            <a:pPr>
              <a:buFontTx/>
              <a:buChar char="-"/>
            </a:pPr>
            <a:endParaRPr lang="es-E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3.2 – Código fuente, código objeto y código ejecutable</a:t>
            </a:r>
            <a:endParaRPr lang="es-ES" dirty="0"/>
          </a:p>
        </p:txBody>
      </p:sp>
      <p:sp>
        <p:nvSpPr>
          <p:cNvPr id="3" name="Marcador de contenido 2"/>
          <p:cNvSpPr>
            <a:spLocks noGrp="1"/>
          </p:cNvSpPr>
          <p:nvPr>
            <p:ph idx="1"/>
          </p:nvPr>
        </p:nvSpPr>
        <p:spPr/>
        <p:txBody>
          <a:bodyPr/>
          <a:lstStyle/>
          <a:p>
            <a:pPr>
              <a:buFontTx/>
              <a:buChar char="-"/>
            </a:pPr>
            <a:r>
              <a:rPr lang="es-ES" dirty="0"/>
              <a:t>El código ejecutable es el </a:t>
            </a:r>
            <a:r>
              <a:rPr lang="es-ES" b="1" dirty="0"/>
              <a:t>programa final</a:t>
            </a:r>
            <a:r>
              <a:rPr lang="es-ES" dirty="0"/>
              <a:t> que resulta de compilar y enlazar el código objeto. Es un archivo binario que puede ser </a:t>
            </a:r>
            <a:r>
              <a:rPr lang="es-ES" b="1" dirty="0"/>
              <a:t>ejecutado directamente</a:t>
            </a:r>
            <a:r>
              <a:rPr lang="es-ES" dirty="0"/>
              <a:t> por la computadora sin necesidad de una interpretación o compilación adicional.</a:t>
            </a:r>
            <a:endParaRPr lang="es-ES" dirty="0"/>
          </a:p>
          <a:p>
            <a:pPr>
              <a:buFontTx/>
              <a:buChar char="-"/>
            </a:pPr>
            <a:r>
              <a:rPr lang="es-ES" dirty="0"/>
              <a:t>Características:</a:t>
            </a:r>
            <a:endParaRPr lang="es-ES" dirty="0"/>
          </a:p>
          <a:p>
            <a:pPr lvl="1">
              <a:buFontTx/>
              <a:buChar char="-"/>
            </a:pPr>
            <a:r>
              <a:rPr lang="es-ES" b="1" dirty="0"/>
              <a:t>Listo para ejecutarse</a:t>
            </a:r>
            <a:r>
              <a:rPr lang="es-ES" dirty="0"/>
              <a:t>: El código ejecutable contiene instrucciones en código máquina que el procesador puede ejecutar directamente.</a:t>
            </a:r>
            <a:endParaRPr lang="es-ES" dirty="0"/>
          </a:p>
          <a:p>
            <a:pPr lvl="1">
              <a:buFontTx/>
              <a:buChar char="-"/>
            </a:pPr>
            <a:r>
              <a:rPr lang="es-ES" b="1" dirty="0"/>
              <a:t>Dependiente del sistema</a:t>
            </a:r>
            <a:r>
              <a:rPr lang="es-ES" dirty="0"/>
              <a:t>: Un código ejecutable está diseñado para ejecutarse en un sistema operativo y arquitectura de hardware específicos (por ejemplo, un ejecutable de Windows no funcionará en Linux sin modificaciones o software de compatibilidad como </a:t>
            </a:r>
            <a:r>
              <a:rPr lang="es-ES" dirty="0" err="1"/>
              <a:t>Wine</a:t>
            </a:r>
            <a:r>
              <a:rPr lang="es-ES" dirty="0"/>
              <a:t>).</a:t>
            </a:r>
            <a:endParaRPr lang="es-ES" dirty="0"/>
          </a:p>
          <a:p>
            <a:pPr lvl="1">
              <a:buFontTx/>
              <a:buChar char="-"/>
            </a:pPr>
            <a:r>
              <a:rPr lang="es-ES" b="1" dirty="0"/>
              <a:t>Resultado final del proceso de compilación</a:t>
            </a:r>
            <a:r>
              <a:rPr lang="es-ES" dirty="0"/>
              <a:t>: A partir del código fuente, el código objeto se enlaza con otros objetos o bibliotecas para formar el ejecutable.</a:t>
            </a:r>
            <a:endParaRPr lang="es-E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3.2 – Código fuente, código objeto y código ejecutable</a:t>
            </a:r>
            <a:endParaRPr lang="es-ES" dirty="0"/>
          </a:p>
        </p:txBody>
      </p:sp>
      <p:sp>
        <p:nvSpPr>
          <p:cNvPr id="3" name="Marcador de contenido 2"/>
          <p:cNvSpPr>
            <a:spLocks noGrp="1"/>
          </p:cNvSpPr>
          <p:nvPr>
            <p:ph idx="1"/>
          </p:nvPr>
        </p:nvSpPr>
        <p:spPr/>
        <p:txBody>
          <a:bodyPr/>
          <a:lstStyle/>
          <a:p>
            <a:pPr>
              <a:buFontTx/>
              <a:buChar char="-"/>
            </a:pPr>
            <a:r>
              <a:rPr lang="es-ES" dirty="0"/>
              <a:t>Ejemplo práctico:</a:t>
            </a:r>
            <a:endParaRPr lang="es-ES" dirty="0"/>
          </a:p>
          <a:p>
            <a:pPr lvl="1">
              <a:buFontTx/>
              <a:buChar char="-"/>
            </a:pPr>
            <a:r>
              <a:rPr lang="es-ES" dirty="0"/>
              <a:t>Código fuente: Escribimos el código en C</a:t>
            </a:r>
            <a:endParaRPr lang="es-ES" dirty="0"/>
          </a:p>
          <a:p>
            <a:pPr lvl="1">
              <a:buFontTx/>
              <a:buChar char="-"/>
            </a:pPr>
            <a:r>
              <a:rPr lang="es-ES" dirty="0"/>
              <a:t>Compilador: Usando un compilador (como </a:t>
            </a:r>
            <a:r>
              <a:rPr lang="es-ES" dirty="0" err="1"/>
              <a:t>gcc</a:t>
            </a:r>
            <a:r>
              <a:rPr lang="es-ES" dirty="0"/>
              <a:t>) traducimos el código fuente a código objeto</a:t>
            </a:r>
            <a:endParaRPr lang="es-ES" dirty="0"/>
          </a:p>
          <a:p>
            <a:pPr lvl="1">
              <a:buFontTx/>
              <a:buChar char="-"/>
            </a:pPr>
            <a:r>
              <a:rPr lang="es-ES" dirty="0"/>
              <a:t>Enlazador: El enlazador toma el código objeto y las bibliotecas necesarias, generando el código ejecutable (como programa.exe)</a:t>
            </a:r>
            <a:endParaRPr lang="es-ES" dirty="0"/>
          </a:p>
          <a:p>
            <a:pPr lvl="1">
              <a:buFontTx/>
              <a:buChar char="-"/>
            </a:pPr>
            <a:endParaRPr lang="es-ES" dirty="0"/>
          </a:p>
        </p:txBody>
      </p:sp>
      <p:pic>
        <p:nvPicPr>
          <p:cNvPr id="5" name="Imagen 4"/>
          <p:cNvPicPr>
            <a:picLocks noChangeAspect="1"/>
          </p:cNvPicPr>
          <p:nvPr/>
        </p:nvPicPr>
        <p:blipFill>
          <a:blip r:embed="rId1"/>
          <a:stretch>
            <a:fillRect/>
          </a:stretch>
        </p:blipFill>
        <p:spPr>
          <a:xfrm>
            <a:off x="3194169" y="3102764"/>
            <a:ext cx="5268696" cy="27288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3.3 – Tecnologías de virtualización: Java y .NET</a:t>
            </a:r>
            <a:endParaRPr lang="es-ES" dirty="0"/>
          </a:p>
        </p:txBody>
      </p:sp>
      <p:sp>
        <p:nvSpPr>
          <p:cNvPr id="3" name="Marcador de contenido 2"/>
          <p:cNvSpPr>
            <a:spLocks noGrp="1"/>
          </p:cNvSpPr>
          <p:nvPr>
            <p:ph idx="1"/>
          </p:nvPr>
        </p:nvSpPr>
        <p:spPr/>
        <p:txBody>
          <a:bodyPr/>
          <a:lstStyle/>
          <a:p>
            <a:pPr>
              <a:buFontTx/>
              <a:buChar char="-"/>
            </a:pPr>
            <a:r>
              <a:rPr lang="es-ES" dirty="0"/>
              <a:t>Cuando hablamos de virtualización, nos referimos a la posibilidad de ejecutar una o varias máquinas virtuales sobre una única máquina física, abstrayendo así sus recursos de hardware. Puede ser de dos tipos:</a:t>
            </a:r>
            <a:endParaRPr lang="es-ES" dirty="0"/>
          </a:p>
          <a:p>
            <a:pPr>
              <a:buFontTx/>
              <a:buChar char="-"/>
            </a:pPr>
            <a:r>
              <a:rPr lang="es-ES" dirty="0"/>
              <a:t>Máquinas virtuales de sistema. También conocidas como </a:t>
            </a:r>
            <a:r>
              <a:rPr lang="es-ES" b="1" dirty="0"/>
              <a:t>máquinas virtuales completas</a:t>
            </a:r>
            <a:r>
              <a:rPr lang="es-ES" dirty="0"/>
              <a:t> o </a:t>
            </a:r>
            <a:r>
              <a:rPr lang="es-ES" b="1" dirty="0"/>
              <a:t>sistemas virtualizados</a:t>
            </a:r>
            <a:r>
              <a:rPr lang="es-ES" dirty="0"/>
              <a:t>, estas máquinas virtualizan un </a:t>
            </a:r>
            <a:r>
              <a:rPr lang="es-ES" b="1" dirty="0"/>
              <a:t>sistema operativo completo</a:t>
            </a:r>
            <a:r>
              <a:rPr lang="es-ES" dirty="0"/>
              <a:t>, proporcionando una copia completa del hardware físico sobre el que se ejecutan.</a:t>
            </a:r>
            <a:endParaRPr lang="es-ES" dirty="0"/>
          </a:p>
          <a:p>
            <a:pPr>
              <a:buFontTx/>
              <a:buChar char="-"/>
            </a:pPr>
            <a:r>
              <a:rPr lang="es-ES" dirty="0"/>
              <a:t>Características:</a:t>
            </a:r>
            <a:endParaRPr lang="es-ES" dirty="0"/>
          </a:p>
          <a:p>
            <a:pPr lvl="1">
              <a:buFontTx/>
              <a:buChar char="-"/>
            </a:pPr>
            <a:r>
              <a:rPr lang="es-ES" b="1" dirty="0"/>
              <a:t>Virtualizan un sistema operativo completo</a:t>
            </a:r>
            <a:r>
              <a:rPr lang="es-ES" dirty="0"/>
              <a:t>: Estas máquinas replican todo el entorno de hardware de una computadora (CPU, memoria, disco, red, etc.). Dentro de esta máquina virtual (VM), puedes instalar un sistema operativo completo, como si fuera una computadora física real.</a:t>
            </a:r>
            <a:endParaRPr lang="es-E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3.3 – Tecnologías de virtualización: Java y .NET</a:t>
            </a:r>
            <a:endParaRPr lang="es-ES" dirty="0"/>
          </a:p>
        </p:txBody>
      </p:sp>
      <p:sp>
        <p:nvSpPr>
          <p:cNvPr id="3" name="Marcador de contenido 2"/>
          <p:cNvSpPr>
            <a:spLocks noGrp="1"/>
          </p:cNvSpPr>
          <p:nvPr>
            <p:ph idx="1"/>
          </p:nvPr>
        </p:nvSpPr>
        <p:spPr/>
        <p:txBody>
          <a:bodyPr/>
          <a:lstStyle/>
          <a:p>
            <a:pPr>
              <a:buFontTx/>
              <a:buChar char="-"/>
            </a:pPr>
            <a:r>
              <a:rPr lang="es-ES" dirty="0"/>
              <a:t>Características:</a:t>
            </a:r>
            <a:endParaRPr lang="es-ES" dirty="0"/>
          </a:p>
          <a:p>
            <a:pPr lvl="1">
              <a:buFontTx/>
              <a:buChar char="-"/>
            </a:pPr>
            <a:r>
              <a:rPr lang="es-ES" b="1" dirty="0"/>
              <a:t>Hipervisor</a:t>
            </a:r>
            <a:r>
              <a:rPr lang="es-ES" dirty="0"/>
              <a:t>: La máquina virtual de sistema se ejecuta sobre un software llamado </a:t>
            </a:r>
            <a:r>
              <a:rPr lang="es-ES" b="1" dirty="0"/>
              <a:t>hipervisor</a:t>
            </a:r>
            <a:r>
              <a:rPr lang="es-ES" dirty="0"/>
              <a:t>, que es el encargado de gestionar y repartir los recursos de hardware físico entre las diferentes máquinas virtuales (</a:t>
            </a:r>
            <a:r>
              <a:rPr lang="es-ES" dirty="0" err="1"/>
              <a:t>Vmware</a:t>
            </a:r>
            <a:r>
              <a:rPr lang="es-ES" dirty="0"/>
              <a:t>, </a:t>
            </a:r>
            <a:r>
              <a:rPr lang="es-ES" dirty="0" err="1"/>
              <a:t>Hyper</a:t>
            </a:r>
            <a:r>
              <a:rPr lang="es-ES" dirty="0"/>
              <a:t>-V, </a:t>
            </a:r>
            <a:r>
              <a:rPr lang="es-ES" dirty="0" err="1"/>
              <a:t>Virtualbox</a:t>
            </a:r>
            <a:r>
              <a:rPr lang="es-ES" dirty="0"/>
              <a:t>…)</a:t>
            </a:r>
            <a:endParaRPr lang="es-ES" dirty="0"/>
          </a:p>
          <a:p>
            <a:pPr lvl="1">
              <a:buFontTx/>
              <a:buChar char="-"/>
            </a:pPr>
            <a:r>
              <a:rPr lang="es-ES" b="1" dirty="0"/>
              <a:t>Independencia</a:t>
            </a:r>
            <a:r>
              <a:rPr lang="es-ES" dirty="0"/>
              <a:t>: Cada máquina virtual de sistema es completamente independiente del sistema operativo y de las otras máquinas virtuales. Si una VM falla, no afecta a las demás ni al sistema operativo anfitrión.</a:t>
            </a:r>
            <a:endParaRPr lang="es-ES" dirty="0"/>
          </a:p>
          <a:p>
            <a:pPr lvl="1">
              <a:buFontTx/>
              <a:buChar char="-"/>
            </a:pPr>
            <a:r>
              <a:rPr lang="es-ES" b="1" dirty="0"/>
              <a:t>Uso de recursos</a:t>
            </a:r>
            <a:r>
              <a:rPr lang="es-ES" dirty="0"/>
              <a:t>: Debido a que replican todo el sistema operativo y hardware, estas máquinas virtuales requieren más recursos (RAM, CPU, disco) para funcionar de manera eficiente.</a:t>
            </a:r>
            <a:endParaRPr lang="es-E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3.3 – Tecnologías de virtualización: Java y .NET</a:t>
            </a:r>
            <a:endParaRPr lang="es-ES" dirty="0"/>
          </a:p>
        </p:txBody>
      </p:sp>
      <p:sp>
        <p:nvSpPr>
          <p:cNvPr id="3" name="Marcador de contenido 2"/>
          <p:cNvSpPr>
            <a:spLocks noGrp="1"/>
          </p:cNvSpPr>
          <p:nvPr>
            <p:ph idx="1"/>
          </p:nvPr>
        </p:nvSpPr>
        <p:spPr/>
        <p:txBody>
          <a:bodyPr/>
          <a:lstStyle/>
          <a:p>
            <a:pPr>
              <a:buFontTx/>
              <a:buChar char="-"/>
            </a:pPr>
            <a:r>
              <a:rPr lang="es-ES" dirty="0"/>
              <a:t>Máquinas virtuales de proceso. Virtualizan solo un </a:t>
            </a:r>
            <a:r>
              <a:rPr lang="es-ES" b="1" dirty="0"/>
              <a:t>proceso o aplicación específica</a:t>
            </a:r>
            <a:r>
              <a:rPr lang="es-ES" dirty="0"/>
              <a:t>, no el sistema operativo completo. Permite que el código de un programa se ejecute en cualquier plataforma sin necesidad de modificaciones, brindando independencia del hardware.</a:t>
            </a:r>
            <a:endParaRPr lang="es-ES" dirty="0"/>
          </a:p>
          <a:p>
            <a:pPr>
              <a:buFontTx/>
              <a:buChar char="-"/>
            </a:pPr>
            <a:r>
              <a:rPr lang="es-ES" dirty="0"/>
              <a:t>Características:</a:t>
            </a:r>
            <a:endParaRPr lang="es-ES" dirty="0"/>
          </a:p>
          <a:p>
            <a:pPr lvl="1">
              <a:buFontTx/>
              <a:buChar char="-"/>
            </a:pPr>
            <a:r>
              <a:rPr lang="es-ES" b="1" dirty="0"/>
              <a:t>Virtualizan solo una aplicación o proceso</a:t>
            </a:r>
            <a:r>
              <a:rPr lang="es-ES" dirty="0"/>
              <a:t>: En lugar de virtualizar todo un sistema operativo, estas máquinas virtualizan un solo programa o proceso, proporcionando un entorno de ejecución independiente para el software.</a:t>
            </a:r>
            <a:endParaRPr lang="es-ES" dirty="0"/>
          </a:p>
          <a:p>
            <a:pPr lvl="1">
              <a:buFontTx/>
              <a:buChar char="-"/>
            </a:pPr>
            <a:r>
              <a:rPr lang="es-ES" b="1" dirty="0"/>
              <a:t>Máquina virtual en tiempo de ejecución</a:t>
            </a:r>
            <a:r>
              <a:rPr lang="es-ES" dirty="0"/>
              <a:t>: El software se ejecuta en una máquina virtual específica del proceso, que traduce el código fuente o </a:t>
            </a:r>
            <a:r>
              <a:rPr lang="es-ES" dirty="0" err="1"/>
              <a:t>bytecode</a:t>
            </a:r>
            <a:r>
              <a:rPr lang="es-ES" dirty="0"/>
              <a:t> a instrucciones entendibles por el sistema operativo o hardware subyacente.</a:t>
            </a:r>
            <a:endParaRPr lang="es-ES" dirty="0"/>
          </a:p>
          <a:p>
            <a:pPr lvl="1">
              <a:buFontTx/>
              <a:buChar char="-"/>
            </a:pPr>
            <a:r>
              <a:rPr lang="es-ES" b="1" dirty="0"/>
              <a:t>Independencia del hardware</a:t>
            </a:r>
            <a:r>
              <a:rPr lang="es-ES" dirty="0"/>
              <a:t>: Una máquina virtual de proceso permite ejecutar aplicaciones en múltiples plataformas sin necesidad de recompilar el código, gracias a la abstracción del hardware.</a:t>
            </a:r>
            <a:endParaRPr lang="es-E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3.3 – Tecnologías de virtualización: Java y .NET</a:t>
            </a:r>
            <a:endParaRPr lang="es-ES" dirty="0"/>
          </a:p>
        </p:txBody>
      </p:sp>
      <p:sp>
        <p:nvSpPr>
          <p:cNvPr id="3" name="Marcador de contenido 2"/>
          <p:cNvSpPr>
            <a:spLocks noGrp="1"/>
          </p:cNvSpPr>
          <p:nvPr>
            <p:ph idx="1"/>
          </p:nvPr>
        </p:nvSpPr>
        <p:spPr>
          <a:xfrm>
            <a:off x="530201" y="1321654"/>
            <a:ext cx="6141188" cy="4234026"/>
          </a:xfrm>
        </p:spPr>
        <p:txBody>
          <a:bodyPr>
            <a:normAutofit lnSpcReduction="10000"/>
          </a:bodyPr>
          <a:lstStyle/>
          <a:p>
            <a:pPr>
              <a:buFontTx/>
              <a:buChar char="-"/>
            </a:pPr>
            <a:r>
              <a:rPr lang="es-ES" dirty="0"/>
              <a:t>En máquinas virtuales de proceso tenemos dos grandes entornos de ejecución: la máquina virtual de Java (JVM, Java Virtual Machine) de Oracle y el </a:t>
            </a:r>
            <a:r>
              <a:rPr lang="es-ES" dirty="0" err="1"/>
              <a:t>Runtime</a:t>
            </a:r>
            <a:r>
              <a:rPr lang="es-ES" dirty="0"/>
              <a:t> de lenguaje común (</a:t>
            </a:r>
            <a:r>
              <a:rPr lang="es-ES" dirty="0" err="1"/>
              <a:t>Common</a:t>
            </a:r>
            <a:r>
              <a:rPr lang="es-ES" dirty="0"/>
              <a:t> </a:t>
            </a:r>
            <a:r>
              <a:rPr lang="es-ES" dirty="0" err="1"/>
              <a:t>Language</a:t>
            </a:r>
            <a:r>
              <a:rPr lang="es-ES" dirty="0"/>
              <a:t> </a:t>
            </a:r>
            <a:r>
              <a:rPr lang="es-ES" dirty="0" err="1"/>
              <a:t>Runtime</a:t>
            </a:r>
            <a:r>
              <a:rPr lang="es-ES" dirty="0"/>
              <a:t>, CLR) del entorno .NET de Microsoft.</a:t>
            </a:r>
            <a:endParaRPr lang="es-ES" dirty="0"/>
          </a:p>
          <a:p>
            <a:pPr>
              <a:buFontTx/>
              <a:buChar char="-"/>
            </a:pPr>
            <a:r>
              <a:rPr lang="es-ES" dirty="0"/>
              <a:t>Su funcionamiento se basa en compilar las fuentes para una máquina virtual. El resultado de esta compilación es un código intermedio llamado </a:t>
            </a:r>
            <a:r>
              <a:rPr lang="es-ES" dirty="0" err="1"/>
              <a:t>bytecode</a:t>
            </a:r>
            <a:r>
              <a:rPr lang="es-ES" dirty="0"/>
              <a:t>.</a:t>
            </a:r>
            <a:endParaRPr lang="es-ES" dirty="0"/>
          </a:p>
          <a:p>
            <a:pPr>
              <a:buFontTx/>
              <a:buChar char="-"/>
            </a:pPr>
            <a:r>
              <a:rPr lang="es-ES" dirty="0"/>
              <a:t>Este código intermedio es el mismo para cualquier plataforma, siendo la propia máquina virtual (JVM o CLR) la que se encarga de interpretarlo y ejecutarlo en el sistema operativo.</a:t>
            </a:r>
            <a:endParaRPr lang="es-ES" dirty="0"/>
          </a:p>
        </p:txBody>
      </p:sp>
      <p:pic>
        <p:nvPicPr>
          <p:cNvPr id="5" name="Imagen 4"/>
          <p:cNvPicPr>
            <a:picLocks noChangeAspect="1"/>
          </p:cNvPicPr>
          <p:nvPr/>
        </p:nvPicPr>
        <p:blipFill>
          <a:blip r:embed="rId1"/>
          <a:stretch>
            <a:fillRect/>
          </a:stretch>
        </p:blipFill>
        <p:spPr>
          <a:xfrm>
            <a:off x="6777255" y="1722870"/>
            <a:ext cx="5347777" cy="297975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3.4 - ¿Qué es Java?</a:t>
            </a:r>
            <a:endParaRPr lang="es-ES" dirty="0"/>
          </a:p>
        </p:txBody>
      </p:sp>
      <p:sp>
        <p:nvSpPr>
          <p:cNvPr id="3" name="Marcador de contenido 2"/>
          <p:cNvSpPr>
            <a:spLocks noGrp="1"/>
          </p:cNvSpPr>
          <p:nvPr>
            <p:ph idx="1"/>
          </p:nvPr>
        </p:nvSpPr>
        <p:spPr/>
        <p:txBody>
          <a:bodyPr/>
          <a:lstStyle/>
          <a:p>
            <a:pPr marL="0" indent="0">
              <a:buNone/>
            </a:pPr>
            <a:r>
              <a:rPr lang="es-ES" dirty="0"/>
              <a:t>- Java es un lenguaje de programación basado en clases, orientado a objetos y concurrente. También llamamos Java a todo el entorno para ejecutar aplicaciones escritas en este lenguaje</a:t>
            </a:r>
            <a:endParaRPr lang="es-ES" dirty="0"/>
          </a:p>
          <a:p>
            <a:pPr marL="0" indent="0">
              <a:buNone/>
            </a:pPr>
            <a:endParaRPr lang="es-ES" dirty="0"/>
          </a:p>
        </p:txBody>
      </p:sp>
      <p:pic>
        <p:nvPicPr>
          <p:cNvPr id="5" name="Imagen 4"/>
          <p:cNvPicPr>
            <a:picLocks noChangeAspect="1"/>
          </p:cNvPicPr>
          <p:nvPr/>
        </p:nvPicPr>
        <p:blipFill>
          <a:blip r:embed="rId1"/>
          <a:stretch>
            <a:fillRect/>
          </a:stretch>
        </p:blipFill>
        <p:spPr>
          <a:xfrm>
            <a:off x="1889185" y="2016429"/>
            <a:ext cx="7944861" cy="3777214"/>
          </a:xfrm>
          <a:prstGeom prst="rect">
            <a:avLst/>
          </a:prstGeom>
        </p:spPr>
      </p:pic>
      <mc:AlternateContent xmlns:mc="http://schemas.openxmlformats.org/markup-compatibility/2006" xmlns:p14="http://schemas.microsoft.com/office/powerpoint/2010/main">
        <mc:Choice Requires="p14">
          <p:contentPart r:id="rId2" p14:bwMode="auto">
            <p14:nvContentPartPr>
              <p14:cNvPr id="6" name="Entrada de lápiz 5"/>
              <p14:cNvContentPartPr/>
              <p14:nvPr/>
            </p14:nvContentPartPr>
            <p14:xfrm>
              <a:off x="3097365" y="2431695"/>
              <a:ext cx="540360" cy="217080"/>
            </p14:xfrm>
          </p:contentPart>
        </mc:Choice>
        <mc:Fallback xmlns="">
          <p:pic>
            <p:nvPicPr>
              <p:cNvPr id="6" name="Entrada de lápiz 5"/>
            </p:nvPicPr>
            <p:blipFill>
              <a:blip r:embed="rId3"/>
            </p:blipFill>
            <p:spPr>
              <a:xfrm>
                <a:off x="3097365" y="2431695"/>
                <a:ext cx="540360" cy="21708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Entrada de lápiz 6"/>
              <p14:cNvContentPartPr/>
              <p14:nvPr/>
            </p14:nvContentPartPr>
            <p14:xfrm>
              <a:off x="3236220" y="2543606"/>
              <a:ext cx="285480" cy="16920"/>
            </p14:xfrm>
          </p:contentPart>
        </mc:Choice>
        <mc:Fallback xmlns="">
          <p:pic>
            <p:nvPicPr>
              <p:cNvPr id="7" name="Entrada de lápiz 6"/>
            </p:nvPicPr>
            <p:blipFill>
              <a:blip r:embed="rId5"/>
            </p:blipFill>
            <p:spPr>
              <a:xfrm>
                <a:off x="3236220" y="2543606"/>
                <a:ext cx="285480" cy="1692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Entrada de lápiz 7"/>
              <p14:cNvContentPartPr/>
              <p14:nvPr/>
            </p14:nvContentPartPr>
            <p14:xfrm>
              <a:off x="3529980" y="2540726"/>
              <a:ext cx="360" cy="360"/>
            </p14:xfrm>
          </p:contentPart>
        </mc:Choice>
        <mc:Fallback xmlns="">
          <p:pic>
            <p:nvPicPr>
              <p:cNvPr id="8" name="Entrada de lápiz 7"/>
            </p:nvPicPr>
            <p:blipFill>
              <a:blip r:embed="rId7"/>
            </p:blipFill>
            <p:spPr>
              <a:xfrm>
                <a:off x="3529980" y="2540726"/>
                <a:ext cx="36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Entrada de lápiz 8"/>
              <p14:cNvContentPartPr/>
              <p14:nvPr/>
            </p14:nvContentPartPr>
            <p14:xfrm>
              <a:off x="3451860" y="2537126"/>
              <a:ext cx="360" cy="360"/>
            </p14:xfrm>
          </p:contentPart>
        </mc:Choice>
        <mc:Fallback xmlns="">
          <p:pic>
            <p:nvPicPr>
              <p:cNvPr id="9" name="Entrada de lápiz 8"/>
            </p:nvPicPr>
            <p:blipFill>
              <a:blip r:embed="rId9"/>
            </p:blipFill>
            <p:spPr>
              <a:xfrm>
                <a:off x="3451860" y="2537126"/>
                <a:ext cx="36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 name="Entrada de lápiz 9"/>
              <p14:cNvContentPartPr/>
              <p14:nvPr/>
            </p14:nvContentPartPr>
            <p14:xfrm>
              <a:off x="3379860" y="2573126"/>
              <a:ext cx="360" cy="360"/>
            </p14:xfrm>
          </p:contentPart>
        </mc:Choice>
        <mc:Fallback xmlns="">
          <p:pic>
            <p:nvPicPr>
              <p:cNvPr id="10" name="Entrada de lápiz 9"/>
            </p:nvPicPr>
            <p:blipFill>
              <a:blip r:embed="rId9"/>
            </p:blipFill>
            <p:spPr>
              <a:xfrm>
                <a:off x="3379860" y="2573126"/>
                <a:ext cx="36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Entrada de lápiz 10"/>
              <p14:cNvContentPartPr/>
              <p14:nvPr/>
            </p14:nvContentPartPr>
            <p14:xfrm>
              <a:off x="3379860" y="2573126"/>
              <a:ext cx="360" cy="360"/>
            </p14:xfrm>
          </p:contentPart>
        </mc:Choice>
        <mc:Fallback xmlns="">
          <p:pic>
            <p:nvPicPr>
              <p:cNvPr id="11" name="Entrada de lápiz 10"/>
            </p:nvPicPr>
            <p:blipFill>
              <a:blip r:embed="rId9"/>
            </p:blipFill>
            <p:spPr>
              <a:xfrm>
                <a:off x="3379860" y="2573126"/>
                <a:ext cx="360" cy="36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2" name="Entrada de lápiz 11"/>
              <p14:cNvContentPartPr/>
              <p14:nvPr/>
            </p14:nvContentPartPr>
            <p14:xfrm>
              <a:off x="3314700" y="2498246"/>
              <a:ext cx="288360" cy="104040"/>
            </p14:xfrm>
          </p:contentPart>
        </mc:Choice>
        <mc:Fallback xmlns="">
          <p:pic>
            <p:nvPicPr>
              <p:cNvPr id="12" name="Entrada de lápiz 11"/>
            </p:nvPicPr>
            <p:blipFill>
              <a:blip r:embed="rId13"/>
            </p:blipFill>
            <p:spPr>
              <a:xfrm>
                <a:off x="3314700" y="2498246"/>
                <a:ext cx="288360" cy="10404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3" name="Entrada de lápiz 12"/>
              <p14:cNvContentPartPr/>
              <p14:nvPr/>
            </p14:nvContentPartPr>
            <p14:xfrm>
              <a:off x="3327660" y="2579606"/>
              <a:ext cx="360" cy="360"/>
            </p14:xfrm>
          </p:contentPart>
        </mc:Choice>
        <mc:Fallback xmlns="">
          <p:pic>
            <p:nvPicPr>
              <p:cNvPr id="13" name="Entrada de lápiz 12"/>
            </p:nvPicPr>
            <p:blipFill>
              <a:blip r:embed="rId9"/>
            </p:blipFill>
            <p:spPr>
              <a:xfrm>
                <a:off x="3327660" y="2579606"/>
                <a:ext cx="360" cy="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4" name="Entrada de lápiz 13"/>
              <p14:cNvContentPartPr/>
              <p14:nvPr/>
            </p14:nvContentPartPr>
            <p14:xfrm>
              <a:off x="3307860" y="2573126"/>
              <a:ext cx="360" cy="360"/>
            </p14:xfrm>
          </p:contentPart>
        </mc:Choice>
        <mc:Fallback xmlns="">
          <p:pic>
            <p:nvPicPr>
              <p:cNvPr id="14" name="Entrada de lápiz 13"/>
            </p:nvPicPr>
            <p:blipFill>
              <a:blip r:embed="rId9"/>
            </p:blipFill>
            <p:spPr>
              <a:xfrm>
                <a:off x="3307860" y="2573126"/>
                <a:ext cx="360" cy="36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5" name="Entrada de lápiz 14"/>
              <p14:cNvContentPartPr/>
              <p14:nvPr/>
            </p14:nvContentPartPr>
            <p14:xfrm>
              <a:off x="3086100" y="2569886"/>
              <a:ext cx="303480" cy="3600"/>
            </p14:xfrm>
          </p:contentPart>
        </mc:Choice>
        <mc:Fallback xmlns="">
          <p:pic>
            <p:nvPicPr>
              <p:cNvPr id="15" name="Entrada de lápiz 14"/>
            </p:nvPicPr>
            <p:blipFill>
              <a:blip r:embed="rId17"/>
            </p:blipFill>
            <p:spPr>
              <a:xfrm>
                <a:off x="3086100" y="2569886"/>
                <a:ext cx="303480" cy="36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6" name="Entrada de lápiz 15"/>
              <p14:cNvContentPartPr/>
              <p14:nvPr/>
            </p14:nvContentPartPr>
            <p14:xfrm>
              <a:off x="3099060" y="2935646"/>
              <a:ext cx="379080" cy="111600"/>
            </p14:xfrm>
          </p:contentPart>
        </mc:Choice>
        <mc:Fallback xmlns="">
          <p:pic>
            <p:nvPicPr>
              <p:cNvPr id="16" name="Entrada de lápiz 15"/>
            </p:nvPicPr>
            <p:blipFill>
              <a:blip r:embed="rId19"/>
            </p:blipFill>
            <p:spPr>
              <a:xfrm>
                <a:off x="3099060" y="2935646"/>
                <a:ext cx="379080" cy="11160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7" name="Entrada de lápiz 16"/>
              <p14:cNvContentPartPr/>
              <p14:nvPr/>
            </p14:nvContentPartPr>
            <p14:xfrm>
              <a:off x="2837700" y="1910366"/>
              <a:ext cx="529920" cy="46080"/>
            </p14:xfrm>
          </p:contentPart>
        </mc:Choice>
        <mc:Fallback xmlns="">
          <p:pic>
            <p:nvPicPr>
              <p:cNvPr id="17" name="Entrada de lápiz 16"/>
            </p:nvPicPr>
            <p:blipFill>
              <a:blip r:embed="rId21"/>
            </p:blipFill>
            <p:spPr>
              <a:xfrm>
                <a:off x="2837700" y="1910366"/>
                <a:ext cx="529920" cy="4608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8" name="Entrada de lápiz 17"/>
              <p14:cNvContentPartPr/>
              <p14:nvPr/>
            </p14:nvContentPartPr>
            <p14:xfrm>
              <a:off x="3200220" y="2599406"/>
              <a:ext cx="360" cy="360"/>
            </p14:xfrm>
          </p:contentPart>
        </mc:Choice>
        <mc:Fallback xmlns="">
          <p:pic>
            <p:nvPicPr>
              <p:cNvPr id="18" name="Entrada de lápiz 17"/>
            </p:nvPicPr>
            <p:blipFill>
              <a:blip r:embed="rId23"/>
            </p:blipFill>
            <p:spPr>
              <a:xfrm>
                <a:off x="3200220" y="2599406"/>
                <a:ext cx="360" cy="36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9" name="Entrada de lápiz 18"/>
              <p14:cNvContentPartPr/>
              <p14:nvPr/>
            </p14:nvContentPartPr>
            <p14:xfrm>
              <a:off x="3142260" y="2361086"/>
              <a:ext cx="438120" cy="298080"/>
            </p14:xfrm>
          </p:contentPart>
        </mc:Choice>
        <mc:Fallback xmlns="">
          <p:pic>
            <p:nvPicPr>
              <p:cNvPr id="19" name="Entrada de lápiz 18"/>
            </p:nvPicPr>
            <p:blipFill>
              <a:blip r:embed="rId25"/>
            </p:blipFill>
            <p:spPr>
              <a:xfrm>
                <a:off x="3142260" y="2361086"/>
                <a:ext cx="438120" cy="29808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1" name="Entrada de lápiz 20"/>
              <p14:cNvContentPartPr/>
              <p14:nvPr/>
            </p14:nvContentPartPr>
            <p14:xfrm>
              <a:off x="3999651" y="2439257"/>
              <a:ext cx="337680" cy="428760"/>
            </p14:xfrm>
          </p:contentPart>
        </mc:Choice>
        <mc:Fallback xmlns="">
          <p:pic>
            <p:nvPicPr>
              <p:cNvPr id="21" name="Entrada de lápiz 20"/>
            </p:nvPicPr>
            <p:blipFill>
              <a:blip r:embed="rId27"/>
            </p:blipFill>
            <p:spPr>
              <a:xfrm>
                <a:off x="3999651" y="2439257"/>
                <a:ext cx="337680" cy="42876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2" name="Entrada de lápiz 21"/>
              <p14:cNvContentPartPr/>
              <p14:nvPr/>
            </p14:nvContentPartPr>
            <p14:xfrm>
              <a:off x="11334525" y="1761735"/>
              <a:ext cx="360" cy="360"/>
            </p14:xfrm>
          </p:contentPart>
        </mc:Choice>
        <mc:Fallback xmlns="">
          <p:pic>
            <p:nvPicPr>
              <p:cNvPr id="22" name="Entrada de lápiz 21"/>
            </p:nvPicPr>
            <p:blipFill>
              <a:blip r:embed="rId29"/>
            </p:blipFill>
            <p:spPr>
              <a:xfrm>
                <a:off x="11334525" y="1761735"/>
                <a:ext cx="360" cy="36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4" name="Entrada de lápiz 23"/>
              <p14:cNvContentPartPr/>
              <p14:nvPr/>
            </p14:nvContentPartPr>
            <p14:xfrm>
              <a:off x="2019165" y="3247815"/>
              <a:ext cx="360" cy="360"/>
            </p14:xfrm>
          </p:contentPart>
        </mc:Choice>
        <mc:Fallback xmlns="">
          <p:pic>
            <p:nvPicPr>
              <p:cNvPr id="24" name="Entrada de lápiz 23"/>
            </p:nvPicPr>
            <p:blipFill>
              <a:blip r:embed="rId29"/>
            </p:blipFill>
            <p:spPr>
              <a:xfrm>
                <a:off x="2019165" y="3247815"/>
                <a:ext cx="360" cy="360"/>
              </a:xfrm>
              <a:prstGeom prst="rect"/>
            </p:spPr>
          </p:pic>
        </mc:Fallback>
      </mc:AlternateContent>
      <p:pic>
        <p:nvPicPr>
          <p:cNvPr id="26" name="Imagen 25"/>
          <p:cNvPicPr>
            <a:picLocks noChangeAspect="1"/>
          </p:cNvPicPr>
          <p:nvPr/>
        </p:nvPicPr>
        <p:blipFill>
          <a:blip r:embed="rId31"/>
          <a:stretch>
            <a:fillRect/>
          </a:stretch>
        </p:blipFill>
        <p:spPr>
          <a:xfrm>
            <a:off x="1291538" y="2188348"/>
            <a:ext cx="1284250" cy="13593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3.4 - ¿Qué es Java?</a:t>
            </a:r>
            <a:endParaRPr lang="es-ES" dirty="0"/>
          </a:p>
        </p:txBody>
      </p:sp>
      <p:sp>
        <p:nvSpPr>
          <p:cNvPr id="3" name="Marcador de contenido 2"/>
          <p:cNvSpPr>
            <a:spLocks noGrp="1"/>
          </p:cNvSpPr>
          <p:nvPr>
            <p:ph idx="1"/>
          </p:nvPr>
        </p:nvSpPr>
        <p:spPr>
          <a:xfrm>
            <a:off x="530199" y="1485556"/>
            <a:ext cx="6353679" cy="4234026"/>
          </a:xfrm>
        </p:spPr>
        <p:txBody>
          <a:bodyPr/>
          <a:lstStyle/>
          <a:p>
            <a:pPr marL="0" indent="0">
              <a:buNone/>
            </a:pPr>
            <a:r>
              <a:rPr lang="es-ES" dirty="0"/>
              <a:t>- Java es de propósito general. Esto quiere decir que sirve para programar en escritorio, web, servidores y hasta en dispositivos móviles.</a:t>
            </a:r>
            <a:endParaRPr lang="es-ES" dirty="0"/>
          </a:p>
          <a:p>
            <a:pPr marL="0" indent="0">
              <a:buNone/>
            </a:pPr>
            <a:r>
              <a:rPr lang="es-ES" dirty="0"/>
              <a:t>- Hizo realidad el sueño de cualquier programador: escribir código fuente de un programa una sola vez y correrlo en cualquier plataforma</a:t>
            </a:r>
            <a:endParaRPr lang="es-ES" dirty="0"/>
          </a:p>
          <a:p>
            <a:pPr marL="0" indent="0">
              <a:buNone/>
            </a:pPr>
            <a:r>
              <a:rPr lang="es-ES" dirty="0"/>
              <a:t>- Java logra esto gracias al corazón de toda la plataforma Java, la JVM (Java Virtual Machine)</a:t>
            </a:r>
            <a:endParaRPr lang="es-ES" dirty="0"/>
          </a:p>
          <a:p>
            <a:pPr marL="0" indent="0">
              <a:buNone/>
            </a:pPr>
            <a:endParaRPr lang="es-ES" dirty="0"/>
          </a:p>
          <a:p>
            <a:pPr marL="0" indent="0">
              <a:buNone/>
            </a:pPr>
            <a:endParaRPr lang="es-ES" dirty="0"/>
          </a:p>
        </p:txBody>
      </p:sp>
      <p:pic>
        <p:nvPicPr>
          <p:cNvPr id="6" name="Imagen 5"/>
          <p:cNvPicPr>
            <a:picLocks noChangeAspect="1"/>
          </p:cNvPicPr>
          <p:nvPr/>
        </p:nvPicPr>
        <p:blipFill>
          <a:blip r:embed="rId1"/>
          <a:stretch>
            <a:fillRect/>
          </a:stretch>
        </p:blipFill>
        <p:spPr>
          <a:xfrm>
            <a:off x="7304196" y="1063677"/>
            <a:ext cx="4371989" cy="367377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3.4 - ¿Qué es Java?</a:t>
            </a:r>
            <a:endParaRPr lang="es-ES" dirty="0"/>
          </a:p>
        </p:txBody>
      </p:sp>
      <p:sp>
        <p:nvSpPr>
          <p:cNvPr id="3" name="Marcador de contenido 2"/>
          <p:cNvSpPr>
            <a:spLocks noGrp="1"/>
          </p:cNvSpPr>
          <p:nvPr>
            <p:ph idx="1"/>
          </p:nvPr>
        </p:nvSpPr>
        <p:spPr>
          <a:xfrm>
            <a:off x="530199" y="1485556"/>
            <a:ext cx="11145986" cy="4234026"/>
          </a:xfrm>
        </p:spPr>
        <p:txBody>
          <a:bodyPr/>
          <a:lstStyle/>
          <a:p>
            <a:pPr marL="0" indent="0">
              <a:buNone/>
            </a:pPr>
            <a:r>
              <a:rPr lang="es-ES" dirty="0"/>
              <a:t>- Los ordenadores solamente entienden el lenguaje binario, también conocido como lenguaje máquina. Si no existieran los compiladores, nos veríamos obligados a programar usando solamente 0 y 1, lo cual es absurdo</a:t>
            </a:r>
            <a:endParaRPr lang="es-ES" dirty="0"/>
          </a:p>
          <a:p>
            <a:pPr marL="0" indent="0">
              <a:buNone/>
            </a:pPr>
            <a:r>
              <a:rPr lang="es-ES" dirty="0"/>
              <a:t>- Afortunadamente, existen los lenguajes de programación, los cuales se asemejan más al lenguaje humano, los cuales se componen de palabras en inglés, números, caracteres especiales, </a:t>
            </a:r>
            <a:r>
              <a:rPr lang="es-ES" dirty="0" err="1"/>
              <a:t>etc</a:t>
            </a:r>
            <a:r>
              <a:rPr lang="es-ES" dirty="0"/>
              <a:t>…</a:t>
            </a:r>
            <a:endParaRPr lang="es-ES" dirty="0"/>
          </a:p>
          <a:p>
            <a:pPr marL="0" indent="0">
              <a:buNone/>
            </a:pPr>
            <a:endParaRPr lang="es-ES" dirty="0"/>
          </a:p>
          <a:p>
            <a:pPr marL="0" indent="0">
              <a:buNone/>
            </a:pPr>
            <a:endParaRPr lang="es-ES" dirty="0"/>
          </a:p>
        </p:txBody>
      </p:sp>
      <p:pic>
        <p:nvPicPr>
          <p:cNvPr id="5" name="Imagen 4"/>
          <p:cNvPicPr>
            <a:picLocks noChangeAspect="1"/>
          </p:cNvPicPr>
          <p:nvPr/>
        </p:nvPicPr>
        <p:blipFill>
          <a:blip r:embed="rId1"/>
          <a:stretch>
            <a:fillRect/>
          </a:stretch>
        </p:blipFill>
        <p:spPr>
          <a:xfrm>
            <a:off x="1112808" y="3507781"/>
            <a:ext cx="3752491" cy="2069300"/>
          </a:xfrm>
          <a:prstGeom prst="rect">
            <a:avLst/>
          </a:prstGeom>
        </p:spPr>
      </p:pic>
      <p:pic>
        <p:nvPicPr>
          <p:cNvPr id="8" name="Imagen 7"/>
          <p:cNvPicPr>
            <a:picLocks noChangeAspect="1"/>
          </p:cNvPicPr>
          <p:nvPr/>
        </p:nvPicPr>
        <p:blipFill>
          <a:blip r:embed="rId2"/>
          <a:stretch>
            <a:fillRect/>
          </a:stretch>
        </p:blipFill>
        <p:spPr>
          <a:xfrm>
            <a:off x="5875339" y="3296259"/>
            <a:ext cx="5377017" cy="242332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3.4 - ¿Qué es Java?</a:t>
            </a:r>
            <a:endParaRPr lang="es-ES" dirty="0"/>
          </a:p>
        </p:txBody>
      </p:sp>
      <p:sp>
        <p:nvSpPr>
          <p:cNvPr id="3" name="Marcador de contenido 2"/>
          <p:cNvSpPr>
            <a:spLocks noGrp="1"/>
          </p:cNvSpPr>
          <p:nvPr>
            <p:ph idx="1"/>
          </p:nvPr>
        </p:nvSpPr>
        <p:spPr>
          <a:xfrm>
            <a:off x="523007" y="1071488"/>
            <a:ext cx="11145986" cy="4234026"/>
          </a:xfrm>
        </p:spPr>
        <p:txBody>
          <a:bodyPr/>
          <a:lstStyle/>
          <a:p>
            <a:pPr marL="0" indent="0">
              <a:buNone/>
            </a:pPr>
            <a:r>
              <a:rPr lang="es-ES" dirty="0"/>
              <a:t>- El trabajo de los compiladores, pues, es traducir el lenguaje de programación que entendemos los humanos al lenguaje binario que entienden los ordenadores</a:t>
            </a:r>
            <a:endParaRPr lang="es-ES" dirty="0"/>
          </a:p>
          <a:p>
            <a:pPr marL="0" indent="0">
              <a:buNone/>
            </a:pPr>
            <a:r>
              <a:rPr lang="es-ES" dirty="0"/>
              <a:t>- El problema es que las plataformas como Windows, Mac y Linux tienen sus propios dialectos de lenguaje máquina, de tal forma que un programa escrito para Linux, por ejemplo, no será entendido por el resto de plataformas</a:t>
            </a:r>
            <a:endParaRPr lang="es-ES" dirty="0"/>
          </a:p>
          <a:p>
            <a:pPr marL="0" indent="0">
              <a:buNone/>
            </a:pPr>
            <a:endParaRPr lang="es-ES" dirty="0"/>
          </a:p>
          <a:p>
            <a:pPr marL="0" indent="0">
              <a:buNone/>
            </a:pPr>
            <a:endParaRPr lang="es-ES" dirty="0"/>
          </a:p>
        </p:txBody>
      </p:sp>
      <p:pic>
        <p:nvPicPr>
          <p:cNvPr id="6" name="Imagen 5"/>
          <p:cNvPicPr>
            <a:picLocks noChangeAspect="1"/>
          </p:cNvPicPr>
          <p:nvPr/>
        </p:nvPicPr>
        <p:blipFill>
          <a:blip r:embed="rId1"/>
          <a:stretch>
            <a:fillRect/>
          </a:stretch>
        </p:blipFill>
        <p:spPr>
          <a:xfrm>
            <a:off x="3155160" y="2794959"/>
            <a:ext cx="5601526" cy="25962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3.4 - ¿Qué es Java?</a:t>
            </a:r>
            <a:endParaRPr lang="es-ES" dirty="0"/>
          </a:p>
        </p:txBody>
      </p:sp>
      <p:sp>
        <p:nvSpPr>
          <p:cNvPr id="3" name="Marcador de contenido 2"/>
          <p:cNvSpPr>
            <a:spLocks noGrp="1"/>
          </p:cNvSpPr>
          <p:nvPr>
            <p:ph idx="1"/>
          </p:nvPr>
        </p:nvSpPr>
        <p:spPr>
          <a:xfrm>
            <a:off x="523007" y="1071488"/>
            <a:ext cx="11145986" cy="4234026"/>
          </a:xfrm>
        </p:spPr>
        <p:txBody>
          <a:bodyPr/>
          <a:lstStyle/>
          <a:p>
            <a:pPr marL="0" indent="0">
              <a:buNone/>
            </a:pPr>
            <a:r>
              <a:rPr lang="es-ES" dirty="0"/>
              <a:t>- Aquí es donde entra la JVM. El lenguaje Java no se compila directamente a código binario, si no a </a:t>
            </a:r>
            <a:r>
              <a:rPr lang="es-ES" dirty="0" err="1"/>
              <a:t>bytecode</a:t>
            </a:r>
            <a:r>
              <a:rPr lang="es-ES" dirty="0"/>
              <a:t>. Ese </a:t>
            </a:r>
            <a:r>
              <a:rPr lang="es-ES" dirty="0" err="1"/>
              <a:t>bytecode</a:t>
            </a:r>
            <a:r>
              <a:rPr lang="es-ES" dirty="0"/>
              <a:t> es interpretado por la JVM, que se encargará de generar el código binario.</a:t>
            </a:r>
            <a:endParaRPr lang="es-ES" dirty="0"/>
          </a:p>
          <a:p>
            <a:pPr marL="0" indent="0">
              <a:buNone/>
            </a:pPr>
            <a:r>
              <a:rPr lang="es-ES" dirty="0"/>
              <a:t>- Existe una JVM por cada plataforma y es por esto que no debemos adaptar el código, si no que será esa JVM, una vez la instalemos, la que se encargará de traducir ese </a:t>
            </a:r>
            <a:r>
              <a:rPr lang="es-ES" dirty="0" err="1"/>
              <a:t>bytecode</a:t>
            </a:r>
            <a:r>
              <a:rPr lang="es-ES" dirty="0"/>
              <a:t> al binario de la plataforma en la que se encuentre</a:t>
            </a: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p:cNvPicPr>
            <a:picLocks noChangeAspect="1"/>
          </p:cNvPicPr>
          <p:nvPr/>
        </p:nvPicPr>
        <p:blipFill>
          <a:blip r:embed="rId1"/>
          <a:stretch>
            <a:fillRect/>
          </a:stretch>
        </p:blipFill>
        <p:spPr>
          <a:xfrm>
            <a:off x="3200400" y="3012976"/>
            <a:ext cx="5343420" cy="27735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3.4 - ¿Qué es Java?</a:t>
            </a:r>
            <a:endParaRPr lang="es-ES" dirty="0"/>
          </a:p>
        </p:txBody>
      </p:sp>
      <p:sp>
        <p:nvSpPr>
          <p:cNvPr id="3" name="Marcador de contenido 2"/>
          <p:cNvSpPr>
            <a:spLocks noGrp="1"/>
          </p:cNvSpPr>
          <p:nvPr>
            <p:ph idx="1"/>
          </p:nvPr>
        </p:nvSpPr>
        <p:spPr>
          <a:xfrm>
            <a:off x="523007" y="1071488"/>
            <a:ext cx="11145986" cy="4234026"/>
          </a:xfrm>
        </p:spPr>
        <p:txBody>
          <a:bodyPr/>
          <a:lstStyle/>
          <a:p>
            <a:pPr marL="0" indent="0">
              <a:buNone/>
            </a:pPr>
            <a:r>
              <a:rPr lang="es-ES" dirty="0"/>
              <a:t>- La JVM ha tenido tanto éxito que otros lenguajes de programación diferentes de Java generan </a:t>
            </a:r>
            <a:r>
              <a:rPr lang="es-ES" dirty="0" err="1"/>
              <a:t>bytecode</a:t>
            </a:r>
            <a:r>
              <a:rPr lang="es-ES" dirty="0"/>
              <a:t> para ella</a:t>
            </a: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p:cNvPicPr>
            <a:picLocks noChangeAspect="1"/>
          </p:cNvPicPr>
          <p:nvPr/>
        </p:nvPicPr>
        <p:blipFill>
          <a:blip r:embed="rId1"/>
          <a:stretch>
            <a:fillRect/>
          </a:stretch>
        </p:blipFill>
        <p:spPr>
          <a:xfrm>
            <a:off x="1634103" y="2082871"/>
            <a:ext cx="8923793" cy="370364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3.5 – El concepto de multiplataforma</a:t>
            </a:r>
            <a:endParaRPr lang="es-ES" dirty="0"/>
          </a:p>
        </p:txBody>
      </p:sp>
      <p:sp>
        <p:nvSpPr>
          <p:cNvPr id="3" name="Marcador de contenido 2"/>
          <p:cNvSpPr>
            <a:spLocks noGrp="1"/>
          </p:cNvSpPr>
          <p:nvPr>
            <p:ph idx="1"/>
          </p:nvPr>
        </p:nvSpPr>
        <p:spPr/>
        <p:txBody>
          <a:bodyPr/>
          <a:lstStyle/>
          <a:p>
            <a:pPr>
              <a:buFontTx/>
              <a:buChar char="-"/>
            </a:pPr>
            <a:r>
              <a:rPr lang="es-ES" dirty="0"/>
              <a:t>En informática, con el término plataforma nos referimos a la combinación entre el ordenador o dispositivo hardware y su sistema operativo, sobre el que podemos instalar y ejecutar el software.</a:t>
            </a:r>
            <a:endParaRPr lang="es-ES" dirty="0"/>
          </a:p>
          <a:p>
            <a:pPr>
              <a:buFontTx/>
              <a:buChar char="-"/>
            </a:pPr>
            <a:r>
              <a:rPr lang="es-ES" dirty="0"/>
              <a:t>Cuando hablamos de multiplataforma, nos referimos al software que puede ser ejecutado en diferentes plataformas, como LibreOffice, Mozilla Firefox o </a:t>
            </a:r>
            <a:r>
              <a:rPr lang="es-ES"/>
              <a:t>el editor </a:t>
            </a:r>
            <a:r>
              <a:rPr lang="es-ES" dirty="0"/>
              <a:t>gráfico Gimp.</a:t>
            </a:r>
            <a:endParaRPr lang="es-E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NEBRIJA corporativo">
      <a:dk1>
        <a:srgbClr val="000000"/>
      </a:dk1>
      <a:lt1>
        <a:srgbClr val="FFFFFF"/>
      </a:lt1>
      <a:dk2>
        <a:srgbClr val="C2002F"/>
      </a:dk2>
      <a:lt2>
        <a:srgbClr val="F8F8F8"/>
      </a:lt2>
      <a:accent1>
        <a:srgbClr val="C2002F"/>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 1</Template>
  <TotalTime>0</TotalTime>
  <Words>10151</Words>
  <Application>WPS Presentation</Application>
  <PresentationFormat>Panorámica</PresentationFormat>
  <Paragraphs>147</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LucidaGrande</vt:lpstr>
      <vt:lpstr>Segoe Print</vt:lpstr>
      <vt:lpstr>Microsoft YaHei</vt:lpstr>
      <vt:lpstr>Arial Unicode MS</vt:lpstr>
      <vt:lpstr>Calibri</vt:lpstr>
      <vt:lpstr>Tema de Office</vt:lpstr>
      <vt:lpstr>3. Ejecución de programas</vt:lpstr>
      <vt:lpstr>3.1 – Traductores, compiladores e intérpretes</vt:lpstr>
      <vt:lpstr>3.1 – Traductores, compiladores e intérpretes</vt:lpstr>
      <vt:lpstr>3.1 – Traductores, compiladores e intérpretes</vt:lpstr>
      <vt:lpstr>3.1 – Traductores, compiladores e intérpretes</vt:lpstr>
      <vt:lpstr>3.2 – Código fuente, código objeto y código ejecutable</vt:lpstr>
      <vt:lpstr>3.2 – Código fuente, código objeto y código ejecutable</vt:lpstr>
      <vt:lpstr>3.2 – Código fuente, código objeto y código ejecutable</vt:lpstr>
      <vt:lpstr>3.2 – Código fuente, código objeto y código ejecutable</vt:lpstr>
      <vt:lpstr>3.3 – Tecnologías de virtualización: Java y .NET</vt:lpstr>
      <vt:lpstr>3.3 – Tecnologías de virtualización: Java y .NET</vt:lpstr>
      <vt:lpstr>3.3 – Tecnologías de virtualización: Java y .NET</vt:lpstr>
      <vt:lpstr>3.3 – Tecnologías de virtualización: Java y .NET</vt:lpstr>
      <vt:lpstr>3.4 - ¿Qué es Java?</vt:lpstr>
      <vt:lpstr>3.4 - ¿Qué es Java?</vt:lpstr>
      <vt:lpstr>3.4 - ¿Qué es Java?</vt:lpstr>
      <vt:lpstr>3.4 - ¿Qué es Java?</vt:lpstr>
      <vt:lpstr>3.4 - ¿Qué es Java?</vt:lpstr>
      <vt:lpstr>3.4 - ¿Qué es Java?</vt:lpstr>
      <vt:lpstr>3.5 – El concepto de multiplataforma</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Lenguaje de Marcas</dc:title>
  <dc:creator>Francisco Albiar</dc:creator>
  <cp:lastModifiedBy>paz13</cp:lastModifiedBy>
  <cp:revision>44</cp:revision>
  <dcterms:created xsi:type="dcterms:W3CDTF">2023-09-23T11:44:00Z</dcterms:created>
  <dcterms:modified xsi:type="dcterms:W3CDTF">2024-11-19T17:39:36Z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E7C5C1F78E58450395399355A923B6F5_13</vt:lpwstr>
  </property>
  <property fmtid="{D5CDD505-2E9C-101B-9397-08002B2CF9AE}" pid="3" name="KSOProductBuildVer">
    <vt:lpwstr>3082-12.2.0.18639</vt:lpwstr>
  </property>
</Properties>
</file>